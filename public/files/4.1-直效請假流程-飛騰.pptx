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  <p:sldMasterId id="2147483682" r:id="rId3"/>
    <p:sldMasterId id="2147483685" r:id="rId4"/>
  </p:sldMasterIdLst>
  <p:sldIdLst>
    <p:sldId id="256" r:id="rId5"/>
    <p:sldId id="259" r:id="rId6"/>
    <p:sldId id="258" r:id="rId7"/>
    <p:sldId id="260" r:id="rId8"/>
    <p:sldId id="257" r:id="rId9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7A4C2D-E73F-47B2-85A8-D331FBED3F40}" type="doc">
      <dgm:prSet loTypeId="urn:microsoft.com/office/officeart/2005/8/layout/process1" loCatId="process" qsTypeId="urn:microsoft.com/office/officeart/2005/8/quickstyle/3d3" qsCatId="3D" csTypeId="urn:microsoft.com/office/officeart/2005/8/colors/colorful2" csCatId="colorful" phldr="1"/>
      <dgm:spPr/>
    </dgm:pt>
    <dgm:pt modelId="{E16D83E9-7183-42DD-A6CF-E00F1579F79F}">
      <dgm:prSet phldrT="[文字]" custT="1"/>
      <dgm:spPr/>
      <dgm:t>
        <a:bodyPr/>
        <a:lstStyle/>
        <a:p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</a:t>
          </a:r>
          <a:endParaRPr lang="en-US" alt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事假、病假、喪假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….</a:t>
          </a:r>
          <a:endParaRPr lang="zh-TW" altLang="en-US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6AA535E-7C50-4961-9BA6-EC7821FB6B7C}" type="parTrans" cxnId="{71EB87D9-69D7-46D2-9BC9-D3DF254F9783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6125367-363C-43BD-82AB-09B442CF0786}" type="sibTrans" cxnId="{71EB87D9-69D7-46D2-9BC9-D3DF254F9783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258FA93-E112-4C3D-9AFE-F4D2016A9990}">
      <dgm:prSet phldrT="[文字]"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人資出缺勤核對與薪資計算</a:t>
          </a:r>
        </a:p>
      </dgm:t>
    </dgm:pt>
    <dgm:pt modelId="{927346D0-182D-4840-91A3-121D889FB091}" type="parTrans" cxnId="{D2373F81-9ED5-450E-B4E0-984C1D3104C7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ACECB81-75A1-4C73-BBDF-2BB9877B8A25}" type="sibTrans" cxnId="{D2373F81-9ED5-450E-B4E0-984C1D3104C7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0959BBF-7C52-43F5-9BED-0D5938290CE9}">
      <dgm:prSet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偉哲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副理</a:t>
          </a:r>
          <a:endParaRPr lang="en-US" alt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調整班表</a:t>
          </a:r>
        </a:p>
      </dgm:t>
    </dgm:pt>
    <dgm:pt modelId="{0898DAA6-2632-43B3-AC92-921A51E5EEF3}" type="parTrans" cxnId="{95B34C50-7FBD-4EB5-9EE8-00F475B30B5B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02FF4C9-6496-42AA-BD3F-2E2AC9DDCC5E}" type="sibTrans" cxnId="{95B34C50-7FBD-4EB5-9EE8-00F475B30B5B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8A4162D-73C5-41ED-BA80-C18B745AD75D}">
      <dgm:prSet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第一關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第二關副理</a:t>
          </a:r>
        </a:p>
      </dgm:t>
    </dgm:pt>
    <dgm:pt modelId="{EA73FC47-D246-4550-8761-0B827260BBED}" type="parTrans" cxnId="{4D993E48-7194-4582-9EDE-34D36DF5BDEB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42F9C44-FD4F-47E5-8F5D-0825507C5E54}" type="sibTrans" cxnId="{4D993E48-7194-4582-9EDE-34D36DF5BDEB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7B85436-09C3-4E0E-9466-E1A1AF25D82A}">
      <dgm:prSet custT="1"/>
      <dgm:spPr/>
      <dgm:t>
        <a:bodyPr/>
        <a:lstStyle/>
        <a:p>
          <a:r>
            <a:rPr lang="en-US" altLang="zh-TW" sz="16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 teams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通知並請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上人事系統填寫</a:t>
          </a:r>
        </a:p>
      </dgm:t>
    </dgm:pt>
    <dgm:pt modelId="{F995856D-DF44-48F1-8053-53F108411009}" type="parTrans" cxnId="{E912C11C-F8B0-475E-B18F-A681598458B5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146D533-C6D4-49F6-807A-A6DA1D382451}" type="sibTrans" cxnId="{E912C11C-F8B0-475E-B18F-A681598458B5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EC7112F-B02F-41DE-9B37-F6428630AD9C}" type="pres">
      <dgm:prSet presAssocID="{A37A4C2D-E73F-47B2-85A8-D331FBED3F40}" presName="Name0" presStyleCnt="0">
        <dgm:presLayoutVars>
          <dgm:dir/>
          <dgm:resizeHandles val="exact"/>
        </dgm:presLayoutVars>
      </dgm:prSet>
      <dgm:spPr/>
    </dgm:pt>
    <dgm:pt modelId="{6C8DB392-297A-4FBD-8B5F-BBCA03794B9F}" type="pres">
      <dgm:prSet presAssocID="{E16D83E9-7183-42DD-A6CF-E00F1579F79F}" presName="node" presStyleLbl="node1" presStyleIdx="0" presStyleCnt="5">
        <dgm:presLayoutVars>
          <dgm:bulletEnabled val="1"/>
        </dgm:presLayoutVars>
      </dgm:prSet>
      <dgm:spPr/>
    </dgm:pt>
    <dgm:pt modelId="{5587F277-F552-4CE9-B8E3-18CA4E715C37}" type="pres">
      <dgm:prSet presAssocID="{C6125367-363C-43BD-82AB-09B442CF0786}" presName="sibTrans" presStyleLbl="sibTrans2D1" presStyleIdx="0" presStyleCnt="4"/>
      <dgm:spPr/>
    </dgm:pt>
    <dgm:pt modelId="{E6DBD8D7-6EED-4899-A3F1-C28BC65E0AD3}" type="pres">
      <dgm:prSet presAssocID="{C6125367-363C-43BD-82AB-09B442CF0786}" presName="connectorText" presStyleLbl="sibTrans2D1" presStyleIdx="0" presStyleCnt="4"/>
      <dgm:spPr/>
    </dgm:pt>
    <dgm:pt modelId="{4E6511D3-E5F4-4295-A479-065933AEE38B}" type="pres">
      <dgm:prSet presAssocID="{57B85436-09C3-4E0E-9466-E1A1AF25D82A}" presName="node" presStyleLbl="node1" presStyleIdx="1" presStyleCnt="5">
        <dgm:presLayoutVars>
          <dgm:bulletEnabled val="1"/>
        </dgm:presLayoutVars>
      </dgm:prSet>
      <dgm:spPr/>
    </dgm:pt>
    <dgm:pt modelId="{337849E6-AF87-4B9A-A7CA-74B649E36184}" type="pres">
      <dgm:prSet presAssocID="{E146D533-C6D4-49F6-807A-A6DA1D382451}" presName="sibTrans" presStyleLbl="sibTrans2D1" presStyleIdx="1" presStyleCnt="4"/>
      <dgm:spPr/>
    </dgm:pt>
    <dgm:pt modelId="{22A7EB6C-C030-4677-B13A-64CEA04CC1AF}" type="pres">
      <dgm:prSet presAssocID="{E146D533-C6D4-49F6-807A-A6DA1D382451}" presName="connectorText" presStyleLbl="sibTrans2D1" presStyleIdx="1" presStyleCnt="4"/>
      <dgm:spPr/>
    </dgm:pt>
    <dgm:pt modelId="{13C386AA-7367-4192-8BE6-D1B9FAFCCE7B}" type="pres">
      <dgm:prSet presAssocID="{68A4162D-73C5-41ED-BA80-C18B745AD75D}" presName="node" presStyleLbl="node1" presStyleIdx="2" presStyleCnt="5">
        <dgm:presLayoutVars>
          <dgm:bulletEnabled val="1"/>
        </dgm:presLayoutVars>
      </dgm:prSet>
      <dgm:spPr/>
    </dgm:pt>
    <dgm:pt modelId="{37AFBA0F-E0C6-4DB6-9C81-AABB9BEAA047}" type="pres">
      <dgm:prSet presAssocID="{642F9C44-FD4F-47E5-8F5D-0825507C5E54}" presName="sibTrans" presStyleLbl="sibTrans2D1" presStyleIdx="2" presStyleCnt="4"/>
      <dgm:spPr/>
    </dgm:pt>
    <dgm:pt modelId="{485C22C5-2D5E-4E07-A558-B329E1E20B6A}" type="pres">
      <dgm:prSet presAssocID="{642F9C44-FD4F-47E5-8F5D-0825507C5E54}" presName="connectorText" presStyleLbl="sibTrans2D1" presStyleIdx="2" presStyleCnt="4"/>
      <dgm:spPr/>
    </dgm:pt>
    <dgm:pt modelId="{DCF364EB-7D0D-46AE-9416-24619D08FE4E}" type="pres">
      <dgm:prSet presAssocID="{70959BBF-7C52-43F5-9BED-0D5938290CE9}" presName="node" presStyleLbl="node1" presStyleIdx="3" presStyleCnt="5">
        <dgm:presLayoutVars>
          <dgm:bulletEnabled val="1"/>
        </dgm:presLayoutVars>
      </dgm:prSet>
      <dgm:spPr/>
    </dgm:pt>
    <dgm:pt modelId="{3BE3AB00-3FD2-4AAE-8355-86E2F771F45D}" type="pres">
      <dgm:prSet presAssocID="{502FF4C9-6496-42AA-BD3F-2E2AC9DDCC5E}" presName="sibTrans" presStyleLbl="sibTrans2D1" presStyleIdx="3" presStyleCnt="4"/>
      <dgm:spPr/>
    </dgm:pt>
    <dgm:pt modelId="{AD753E1C-6053-46C3-A16E-31B0E29AA66B}" type="pres">
      <dgm:prSet presAssocID="{502FF4C9-6496-42AA-BD3F-2E2AC9DDCC5E}" presName="connectorText" presStyleLbl="sibTrans2D1" presStyleIdx="3" presStyleCnt="4"/>
      <dgm:spPr/>
    </dgm:pt>
    <dgm:pt modelId="{D5FF6C34-B87A-41C6-816D-4FE3F9FEF9A4}" type="pres">
      <dgm:prSet presAssocID="{3258FA93-E112-4C3D-9AFE-F4D2016A9990}" presName="node" presStyleLbl="node1" presStyleIdx="4" presStyleCnt="5">
        <dgm:presLayoutVars>
          <dgm:bulletEnabled val="1"/>
        </dgm:presLayoutVars>
      </dgm:prSet>
      <dgm:spPr/>
    </dgm:pt>
  </dgm:ptLst>
  <dgm:cxnLst>
    <dgm:cxn modelId="{D9EF9B0D-466A-4F9D-BA59-71849130DA38}" type="presOf" srcId="{642F9C44-FD4F-47E5-8F5D-0825507C5E54}" destId="{485C22C5-2D5E-4E07-A558-B329E1E20B6A}" srcOrd="1" destOrd="0" presId="urn:microsoft.com/office/officeart/2005/8/layout/process1"/>
    <dgm:cxn modelId="{27C8F314-E249-4F91-8A56-F0C424B8C028}" type="presOf" srcId="{C6125367-363C-43BD-82AB-09B442CF0786}" destId="{E6DBD8D7-6EED-4899-A3F1-C28BC65E0AD3}" srcOrd="1" destOrd="0" presId="urn:microsoft.com/office/officeart/2005/8/layout/process1"/>
    <dgm:cxn modelId="{58589419-10BB-4D13-A7D0-7F588D3FC838}" type="presOf" srcId="{68A4162D-73C5-41ED-BA80-C18B745AD75D}" destId="{13C386AA-7367-4192-8BE6-D1B9FAFCCE7B}" srcOrd="0" destOrd="0" presId="urn:microsoft.com/office/officeart/2005/8/layout/process1"/>
    <dgm:cxn modelId="{E912C11C-F8B0-475E-B18F-A681598458B5}" srcId="{A37A4C2D-E73F-47B2-85A8-D331FBED3F40}" destId="{57B85436-09C3-4E0E-9466-E1A1AF25D82A}" srcOrd="1" destOrd="0" parTransId="{F995856D-DF44-48F1-8053-53F108411009}" sibTransId="{E146D533-C6D4-49F6-807A-A6DA1D382451}"/>
    <dgm:cxn modelId="{48C4A91E-2EEC-4374-A273-56FEDB98F93D}" type="presOf" srcId="{E146D533-C6D4-49F6-807A-A6DA1D382451}" destId="{22A7EB6C-C030-4677-B13A-64CEA04CC1AF}" srcOrd="1" destOrd="0" presId="urn:microsoft.com/office/officeart/2005/8/layout/process1"/>
    <dgm:cxn modelId="{F682CE67-7A4D-4682-945B-B9DFA1222F30}" type="presOf" srcId="{A37A4C2D-E73F-47B2-85A8-D331FBED3F40}" destId="{DEC7112F-B02F-41DE-9B37-F6428630AD9C}" srcOrd="0" destOrd="0" presId="urn:microsoft.com/office/officeart/2005/8/layout/process1"/>
    <dgm:cxn modelId="{4D993E48-7194-4582-9EDE-34D36DF5BDEB}" srcId="{A37A4C2D-E73F-47B2-85A8-D331FBED3F40}" destId="{68A4162D-73C5-41ED-BA80-C18B745AD75D}" srcOrd="2" destOrd="0" parTransId="{EA73FC47-D246-4550-8761-0B827260BBED}" sibTransId="{642F9C44-FD4F-47E5-8F5D-0825507C5E54}"/>
    <dgm:cxn modelId="{51062B4D-7474-4CB4-8B7D-148A67AB3AA7}" type="presOf" srcId="{502FF4C9-6496-42AA-BD3F-2E2AC9DDCC5E}" destId="{AD753E1C-6053-46C3-A16E-31B0E29AA66B}" srcOrd="1" destOrd="0" presId="urn:microsoft.com/office/officeart/2005/8/layout/process1"/>
    <dgm:cxn modelId="{0479A14F-A7A6-42C6-819D-60898D7D4AFD}" type="presOf" srcId="{3258FA93-E112-4C3D-9AFE-F4D2016A9990}" destId="{D5FF6C34-B87A-41C6-816D-4FE3F9FEF9A4}" srcOrd="0" destOrd="0" presId="urn:microsoft.com/office/officeart/2005/8/layout/process1"/>
    <dgm:cxn modelId="{95B34C50-7FBD-4EB5-9EE8-00F475B30B5B}" srcId="{A37A4C2D-E73F-47B2-85A8-D331FBED3F40}" destId="{70959BBF-7C52-43F5-9BED-0D5938290CE9}" srcOrd="3" destOrd="0" parTransId="{0898DAA6-2632-43B3-AC92-921A51E5EEF3}" sibTransId="{502FF4C9-6496-42AA-BD3F-2E2AC9DDCC5E}"/>
    <dgm:cxn modelId="{C1E7CF76-6C6D-4DED-B8D5-1CFDEBC366FF}" type="presOf" srcId="{70959BBF-7C52-43F5-9BED-0D5938290CE9}" destId="{DCF364EB-7D0D-46AE-9416-24619D08FE4E}" srcOrd="0" destOrd="0" presId="urn:microsoft.com/office/officeart/2005/8/layout/process1"/>
    <dgm:cxn modelId="{0BE88780-2B51-468F-AB6D-591258FA3111}" type="presOf" srcId="{E146D533-C6D4-49F6-807A-A6DA1D382451}" destId="{337849E6-AF87-4B9A-A7CA-74B649E36184}" srcOrd="0" destOrd="0" presId="urn:microsoft.com/office/officeart/2005/8/layout/process1"/>
    <dgm:cxn modelId="{D2373F81-9ED5-450E-B4E0-984C1D3104C7}" srcId="{A37A4C2D-E73F-47B2-85A8-D331FBED3F40}" destId="{3258FA93-E112-4C3D-9AFE-F4D2016A9990}" srcOrd="4" destOrd="0" parTransId="{927346D0-182D-4840-91A3-121D889FB091}" sibTransId="{6ACECB81-75A1-4C73-BBDF-2BB9877B8A25}"/>
    <dgm:cxn modelId="{694AA082-FB32-4CB5-A82F-E31D22B855DD}" type="presOf" srcId="{642F9C44-FD4F-47E5-8F5D-0825507C5E54}" destId="{37AFBA0F-E0C6-4DB6-9C81-AABB9BEAA047}" srcOrd="0" destOrd="0" presId="urn:microsoft.com/office/officeart/2005/8/layout/process1"/>
    <dgm:cxn modelId="{27078A8B-125A-4DAF-A84D-65173F943719}" type="presOf" srcId="{502FF4C9-6496-42AA-BD3F-2E2AC9DDCC5E}" destId="{3BE3AB00-3FD2-4AAE-8355-86E2F771F45D}" srcOrd="0" destOrd="0" presId="urn:microsoft.com/office/officeart/2005/8/layout/process1"/>
    <dgm:cxn modelId="{DF14E59A-38E4-4F05-B616-94B348ACE2BA}" type="presOf" srcId="{C6125367-363C-43BD-82AB-09B442CF0786}" destId="{5587F277-F552-4CE9-B8E3-18CA4E715C37}" srcOrd="0" destOrd="0" presId="urn:microsoft.com/office/officeart/2005/8/layout/process1"/>
    <dgm:cxn modelId="{146CAEB3-30D7-435C-87A6-C81971F6CC71}" type="presOf" srcId="{E16D83E9-7183-42DD-A6CF-E00F1579F79F}" destId="{6C8DB392-297A-4FBD-8B5F-BBCA03794B9F}" srcOrd="0" destOrd="0" presId="urn:microsoft.com/office/officeart/2005/8/layout/process1"/>
    <dgm:cxn modelId="{71EB87D9-69D7-46D2-9BC9-D3DF254F9783}" srcId="{A37A4C2D-E73F-47B2-85A8-D331FBED3F40}" destId="{E16D83E9-7183-42DD-A6CF-E00F1579F79F}" srcOrd="0" destOrd="0" parTransId="{86AA535E-7C50-4961-9BA6-EC7821FB6B7C}" sibTransId="{C6125367-363C-43BD-82AB-09B442CF0786}"/>
    <dgm:cxn modelId="{EFF841F6-06D1-4B4B-BC3D-F6F5BF588FA3}" type="presOf" srcId="{57B85436-09C3-4E0E-9466-E1A1AF25D82A}" destId="{4E6511D3-E5F4-4295-A479-065933AEE38B}" srcOrd="0" destOrd="0" presId="urn:microsoft.com/office/officeart/2005/8/layout/process1"/>
    <dgm:cxn modelId="{E796F9EC-5BD9-4D8F-B84D-90B47AA1A638}" type="presParOf" srcId="{DEC7112F-B02F-41DE-9B37-F6428630AD9C}" destId="{6C8DB392-297A-4FBD-8B5F-BBCA03794B9F}" srcOrd="0" destOrd="0" presId="urn:microsoft.com/office/officeart/2005/8/layout/process1"/>
    <dgm:cxn modelId="{E3A8BD7C-9411-4E90-BFDC-E5A231D091BC}" type="presParOf" srcId="{DEC7112F-B02F-41DE-9B37-F6428630AD9C}" destId="{5587F277-F552-4CE9-B8E3-18CA4E715C37}" srcOrd="1" destOrd="0" presId="urn:microsoft.com/office/officeart/2005/8/layout/process1"/>
    <dgm:cxn modelId="{B01803DB-E108-4985-A0E5-61D63A097ED9}" type="presParOf" srcId="{5587F277-F552-4CE9-B8E3-18CA4E715C37}" destId="{E6DBD8D7-6EED-4899-A3F1-C28BC65E0AD3}" srcOrd="0" destOrd="0" presId="urn:microsoft.com/office/officeart/2005/8/layout/process1"/>
    <dgm:cxn modelId="{281497D1-5864-4B6A-A8E3-FE52DE6F5DAC}" type="presParOf" srcId="{DEC7112F-B02F-41DE-9B37-F6428630AD9C}" destId="{4E6511D3-E5F4-4295-A479-065933AEE38B}" srcOrd="2" destOrd="0" presId="urn:microsoft.com/office/officeart/2005/8/layout/process1"/>
    <dgm:cxn modelId="{749180C7-604C-4D6C-9ED6-4098A34B23A2}" type="presParOf" srcId="{DEC7112F-B02F-41DE-9B37-F6428630AD9C}" destId="{337849E6-AF87-4B9A-A7CA-74B649E36184}" srcOrd="3" destOrd="0" presId="urn:microsoft.com/office/officeart/2005/8/layout/process1"/>
    <dgm:cxn modelId="{20C88155-675B-4DE8-8404-38635AF5226B}" type="presParOf" srcId="{337849E6-AF87-4B9A-A7CA-74B649E36184}" destId="{22A7EB6C-C030-4677-B13A-64CEA04CC1AF}" srcOrd="0" destOrd="0" presId="urn:microsoft.com/office/officeart/2005/8/layout/process1"/>
    <dgm:cxn modelId="{6A9E97BE-47B6-44E2-B8A5-A994C9202DFD}" type="presParOf" srcId="{DEC7112F-B02F-41DE-9B37-F6428630AD9C}" destId="{13C386AA-7367-4192-8BE6-D1B9FAFCCE7B}" srcOrd="4" destOrd="0" presId="urn:microsoft.com/office/officeart/2005/8/layout/process1"/>
    <dgm:cxn modelId="{5114751A-4A01-4881-9F0D-F1956D5246DE}" type="presParOf" srcId="{DEC7112F-B02F-41DE-9B37-F6428630AD9C}" destId="{37AFBA0F-E0C6-4DB6-9C81-AABB9BEAA047}" srcOrd="5" destOrd="0" presId="urn:microsoft.com/office/officeart/2005/8/layout/process1"/>
    <dgm:cxn modelId="{7BC16C6F-8598-4EAE-AC5A-658BA34AE06B}" type="presParOf" srcId="{37AFBA0F-E0C6-4DB6-9C81-AABB9BEAA047}" destId="{485C22C5-2D5E-4E07-A558-B329E1E20B6A}" srcOrd="0" destOrd="0" presId="urn:microsoft.com/office/officeart/2005/8/layout/process1"/>
    <dgm:cxn modelId="{43CA5D1E-C2A0-4323-BD73-311134CE7C4E}" type="presParOf" srcId="{DEC7112F-B02F-41DE-9B37-F6428630AD9C}" destId="{DCF364EB-7D0D-46AE-9416-24619D08FE4E}" srcOrd="6" destOrd="0" presId="urn:microsoft.com/office/officeart/2005/8/layout/process1"/>
    <dgm:cxn modelId="{411908E6-65D8-4910-A6E0-EBC6F7A2673A}" type="presParOf" srcId="{DEC7112F-B02F-41DE-9B37-F6428630AD9C}" destId="{3BE3AB00-3FD2-4AAE-8355-86E2F771F45D}" srcOrd="7" destOrd="0" presId="urn:microsoft.com/office/officeart/2005/8/layout/process1"/>
    <dgm:cxn modelId="{EB434740-FBD5-46AE-A710-B213D5CD7303}" type="presParOf" srcId="{3BE3AB00-3FD2-4AAE-8355-86E2F771F45D}" destId="{AD753E1C-6053-46C3-A16E-31B0E29AA66B}" srcOrd="0" destOrd="0" presId="urn:microsoft.com/office/officeart/2005/8/layout/process1"/>
    <dgm:cxn modelId="{99E7324B-40FE-48F2-9FEB-4287E19C1ECE}" type="presParOf" srcId="{DEC7112F-B02F-41DE-9B37-F6428630AD9C}" destId="{D5FF6C34-B87A-41C6-816D-4FE3F9FEF9A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7A4C2D-E73F-47B2-85A8-D331FBED3F40}" type="doc">
      <dgm:prSet loTypeId="urn:microsoft.com/office/officeart/2005/8/layout/process1" loCatId="process" qsTypeId="urn:microsoft.com/office/officeart/2005/8/quickstyle/3d3" qsCatId="3D" csTypeId="urn:microsoft.com/office/officeart/2005/8/colors/colorful2" csCatId="colorful" phldr="1"/>
      <dgm:spPr/>
    </dgm:pt>
    <dgm:pt modelId="{E16D83E9-7183-42DD-A6CF-E00F1579F79F}">
      <dgm:prSet phldrT="[文字]" custT="1"/>
      <dgm:spPr/>
      <dgm:t>
        <a:bodyPr/>
        <a:lstStyle/>
        <a:p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通知特休登記</a:t>
          </a:r>
          <a:endParaRPr lang="en-US" alt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6AA535E-7C50-4961-9BA6-EC7821FB6B7C}" type="parTrans" cxnId="{71EB87D9-69D7-46D2-9BC9-D3DF254F9783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6125367-363C-43BD-82AB-09B442CF0786}" type="sibTrans" cxnId="{71EB87D9-69D7-46D2-9BC9-D3DF254F9783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258FA93-E112-4C3D-9AFE-F4D2016A9990}">
      <dgm:prSet phldrT="[文字]"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人資出缺勤核對與薪資計算</a:t>
          </a:r>
        </a:p>
      </dgm:t>
    </dgm:pt>
    <dgm:pt modelId="{927346D0-182D-4840-91A3-121D889FB091}" type="parTrans" cxnId="{D2373F81-9ED5-450E-B4E0-984C1D3104C7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ACECB81-75A1-4C73-BBDF-2BB9877B8A25}" type="sibTrans" cxnId="{D2373F81-9ED5-450E-B4E0-984C1D3104C7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0959BBF-7C52-43F5-9BED-0D5938290CE9}">
      <dgm:prSet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偉哲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副理</a:t>
          </a:r>
          <a:endParaRPr lang="en-US" alt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調整班表</a:t>
          </a:r>
        </a:p>
      </dgm:t>
    </dgm:pt>
    <dgm:pt modelId="{0898DAA6-2632-43B3-AC92-921A51E5EEF3}" type="parTrans" cxnId="{95B34C50-7FBD-4EB5-9EE8-00F475B30B5B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02FF4C9-6496-42AA-BD3F-2E2AC9DDCC5E}" type="sibTrans" cxnId="{95B34C50-7FBD-4EB5-9EE8-00F475B30B5B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8A4162D-73C5-41ED-BA80-C18B745AD75D}">
      <dgm:prSet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第一關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第二關副理</a:t>
          </a:r>
        </a:p>
      </dgm:t>
    </dgm:pt>
    <dgm:pt modelId="{EA73FC47-D246-4550-8761-0B827260BBED}" type="parTrans" cxnId="{4D993E48-7194-4582-9EDE-34D36DF5BDEB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42F9C44-FD4F-47E5-8F5D-0825507C5E54}" type="sibTrans" cxnId="{4D993E48-7194-4582-9EDE-34D36DF5BDEB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7B85436-09C3-4E0E-9466-E1A1AF25D82A}">
      <dgm:prSet custT="1"/>
      <dgm:spPr/>
      <dgm:t>
        <a:bodyPr/>
        <a:lstStyle/>
        <a:p>
          <a:r>
            <a:rPr lang="en-US" altLang="zh-TW" sz="16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 teams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通知並請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上人事系統填寫</a:t>
          </a:r>
        </a:p>
      </dgm:t>
    </dgm:pt>
    <dgm:pt modelId="{F995856D-DF44-48F1-8053-53F108411009}" type="parTrans" cxnId="{E912C11C-F8B0-475E-B18F-A681598458B5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146D533-C6D4-49F6-807A-A6DA1D382451}" type="sibTrans" cxnId="{E912C11C-F8B0-475E-B18F-A681598458B5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EC7112F-B02F-41DE-9B37-F6428630AD9C}" type="pres">
      <dgm:prSet presAssocID="{A37A4C2D-E73F-47B2-85A8-D331FBED3F40}" presName="Name0" presStyleCnt="0">
        <dgm:presLayoutVars>
          <dgm:dir/>
          <dgm:resizeHandles val="exact"/>
        </dgm:presLayoutVars>
      </dgm:prSet>
      <dgm:spPr/>
    </dgm:pt>
    <dgm:pt modelId="{6C8DB392-297A-4FBD-8B5F-BBCA03794B9F}" type="pres">
      <dgm:prSet presAssocID="{E16D83E9-7183-42DD-A6CF-E00F1579F79F}" presName="node" presStyleLbl="node1" presStyleIdx="0" presStyleCnt="5">
        <dgm:presLayoutVars>
          <dgm:bulletEnabled val="1"/>
        </dgm:presLayoutVars>
      </dgm:prSet>
      <dgm:spPr/>
    </dgm:pt>
    <dgm:pt modelId="{5587F277-F552-4CE9-B8E3-18CA4E715C37}" type="pres">
      <dgm:prSet presAssocID="{C6125367-363C-43BD-82AB-09B442CF0786}" presName="sibTrans" presStyleLbl="sibTrans2D1" presStyleIdx="0" presStyleCnt="4"/>
      <dgm:spPr/>
    </dgm:pt>
    <dgm:pt modelId="{E6DBD8D7-6EED-4899-A3F1-C28BC65E0AD3}" type="pres">
      <dgm:prSet presAssocID="{C6125367-363C-43BD-82AB-09B442CF0786}" presName="connectorText" presStyleLbl="sibTrans2D1" presStyleIdx="0" presStyleCnt="4"/>
      <dgm:spPr/>
    </dgm:pt>
    <dgm:pt modelId="{4E6511D3-E5F4-4295-A479-065933AEE38B}" type="pres">
      <dgm:prSet presAssocID="{57B85436-09C3-4E0E-9466-E1A1AF25D82A}" presName="node" presStyleLbl="node1" presStyleIdx="1" presStyleCnt="5">
        <dgm:presLayoutVars>
          <dgm:bulletEnabled val="1"/>
        </dgm:presLayoutVars>
      </dgm:prSet>
      <dgm:spPr/>
    </dgm:pt>
    <dgm:pt modelId="{337849E6-AF87-4B9A-A7CA-74B649E36184}" type="pres">
      <dgm:prSet presAssocID="{E146D533-C6D4-49F6-807A-A6DA1D382451}" presName="sibTrans" presStyleLbl="sibTrans2D1" presStyleIdx="1" presStyleCnt="4"/>
      <dgm:spPr/>
    </dgm:pt>
    <dgm:pt modelId="{22A7EB6C-C030-4677-B13A-64CEA04CC1AF}" type="pres">
      <dgm:prSet presAssocID="{E146D533-C6D4-49F6-807A-A6DA1D382451}" presName="connectorText" presStyleLbl="sibTrans2D1" presStyleIdx="1" presStyleCnt="4"/>
      <dgm:spPr/>
    </dgm:pt>
    <dgm:pt modelId="{13C386AA-7367-4192-8BE6-D1B9FAFCCE7B}" type="pres">
      <dgm:prSet presAssocID="{68A4162D-73C5-41ED-BA80-C18B745AD75D}" presName="node" presStyleLbl="node1" presStyleIdx="2" presStyleCnt="5">
        <dgm:presLayoutVars>
          <dgm:bulletEnabled val="1"/>
        </dgm:presLayoutVars>
      </dgm:prSet>
      <dgm:spPr/>
    </dgm:pt>
    <dgm:pt modelId="{37AFBA0F-E0C6-4DB6-9C81-AABB9BEAA047}" type="pres">
      <dgm:prSet presAssocID="{642F9C44-FD4F-47E5-8F5D-0825507C5E54}" presName="sibTrans" presStyleLbl="sibTrans2D1" presStyleIdx="2" presStyleCnt="4"/>
      <dgm:spPr/>
    </dgm:pt>
    <dgm:pt modelId="{485C22C5-2D5E-4E07-A558-B329E1E20B6A}" type="pres">
      <dgm:prSet presAssocID="{642F9C44-FD4F-47E5-8F5D-0825507C5E54}" presName="connectorText" presStyleLbl="sibTrans2D1" presStyleIdx="2" presStyleCnt="4"/>
      <dgm:spPr/>
    </dgm:pt>
    <dgm:pt modelId="{DCF364EB-7D0D-46AE-9416-24619D08FE4E}" type="pres">
      <dgm:prSet presAssocID="{70959BBF-7C52-43F5-9BED-0D5938290CE9}" presName="node" presStyleLbl="node1" presStyleIdx="3" presStyleCnt="5">
        <dgm:presLayoutVars>
          <dgm:bulletEnabled val="1"/>
        </dgm:presLayoutVars>
      </dgm:prSet>
      <dgm:spPr/>
    </dgm:pt>
    <dgm:pt modelId="{3BE3AB00-3FD2-4AAE-8355-86E2F771F45D}" type="pres">
      <dgm:prSet presAssocID="{502FF4C9-6496-42AA-BD3F-2E2AC9DDCC5E}" presName="sibTrans" presStyleLbl="sibTrans2D1" presStyleIdx="3" presStyleCnt="4"/>
      <dgm:spPr/>
    </dgm:pt>
    <dgm:pt modelId="{AD753E1C-6053-46C3-A16E-31B0E29AA66B}" type="pres">
      <dgm:prSet presAssocID="{502FF4C9-6496-42AA-BD3F-2E2AC9DDCC5E}" presName="connectorText" presStyleLbl="sibTrans2D1" presStyleIdx="3" presStyleCnt="4"/>
      <dgm:spPr/>
    </dgm:pt>
    <dgm:pt modelId="{D5FF6C34-B87A-41C6-816D-4FE3F9FEF9A4}" type="pres">
      <dgm:prSet presAssocID="{3258FA93-E112-4C3D-9AFE-F4D2016A9990}" presName="node" presStyleLbl="node1" presStyleIdx="4" presStyleCnt="5">
        <dgm:presLayoutVars>
          <dgm:bulletEnabled val="1"/>
        </dgm:presLayoutVars>
      </dgm:prSet>
      <dgm:spPr/>
    </dgm:pt>
  </dgm:ptLst>
  <dgm:cxnLst>
    <dgm:cxn modelId="{D9EF9B0D-466A-4F9D-BA59-71849130DA38}" type="presOf" srcId="{642F9C44-FD4F-47E5-8F5D-0825507C5E54}" destId="{485C22C5-2D5E-4E07-A558-B329E1E20B6A}" srcOrd="1" destOrd="0" presId="urn:microsoft.com/office/officeart/2005/8/layout/process1"/>
    <dgm:cxn modelId="{27C8F314-E249-4F91-8A56-F0C424B8C028}" type="presOf" srcId="{C6125367-363C-43BD-82AB-09B442CF0786}" destId="{E6DBD8D7-6EED-4899-A3F1-C28BC65E0AD3}" srcOrd="1" destOrd="0" presId="urn:microsoft.com/office/officeart/2005/8/layout/process1"/>
    <dgm:cxn modelId="{58589419-10BB-4D13-A7D0-7F588D3FC838}" type="presOf" srcId="{68A4162D-73C5-41ED-BA80-C18B745AD75D}" destId="{13C386AA-7367-4192-8BE6-D1B9FAFCCE7B}" srcOrd="0" destOrd="0" presId="urn:microsoft.com/office/officeart/2005/8/layout/process1"/>
    <dgm:cxn modelId="{E912C11C-F8B0-475E-B18F-A681598458B5}" srcId="{A37A4C2D-E73F-47B2-85A8-D331FBED3F40}" destId="{57B85436-09C3-4E0E-9466-E1A1AF25D82A}" srcOrd="1" destOrd="0" parTransId="{F995856D-DF44-48F1-8053-53F108411009}" sibTransId="{E146D533-C6D4-49F6-807A-A6DA1D382451}"/>
    <dgm:cxn modelId="{48C4A91E-2EEC-4374-A273-56FEDB98F93D}" type="presOf" srcId="{E146D533-C6D4-49F6-807A-A6DA1D382451}" destId="{22A7EB6C-C030-4677-B13A-64CEA04CC1AF}" srcOrd="1" destOrd="0" presId="urn:microsoft.com/office/officeart/2005/8/layout/process1"/>
    <dgm:cxn modelId="{F682CE67-7A4D-4682-945B-B9DFA1222F30}" type="presOf" srcId="{A37A4C2D-E73F-47B2-85A8-D331FBED3F40}" destId="{DEC7112F-B02F-41DE-9B37-F6428630AD9C}" srcOrd="0" destOrd="0" presId="urn:microsoft.com/office/officeart/2005/8/layout/process1"/>
    <dgm:cxn modelId="{4D993E48-7194-4582-9EDE-34D36DF5BDEB}" srcId="{A37A4C2D-E73F-47B2-85A8-D331FBED3F40}" destId="{68A4162D-73C5-41ED-BA80-C18B745AD75D}" srcOrd="2" destOrd="0" parTransId="{EA73FC47-D246-4550-8761-0B827260BBED}" sibTransId="{642F9C44-FD4F-47E5-8F5D-0825507C5E54}"/>
    <dgm:cxn modelId="{51062B4D-7474-4CB4-8B7D-148A67AB3AA7}" type="presOf" srcId="{502FF4C9-6496-42AA-BD3F-2E2AC9DDCC5E}" destId="{AD753E1C-6053-46C3-A16E-31B0E29AA66B}" srcOrd="1" destOrd="0" presId="urn:microsoft.com/office/officeart/2005/8/layout/process1"/>
    <dgm:cxn modelId="{0479A14F-A7A6-42C6-819D-60898D7D4AFD}" type="presOf" srcId="{3258FA93-E112-4C3D-9AFE-F4D2016A9990}" destId="{D5FF6C34-B87A-41C6-816D-4FE3F9FEF9A4}" srcOrd="0" destOrd="0" presId="urn:microsoft.com/office/officeart/2005/8/layout/process1"/>
    <dgm:cxn modelId="{95B34C50-7FBD-4EB5-9EE8-00F475B30B5B}" srcId="{A37A4C2D-E73F-47B2-85A8-D331FBED3F40}" destId="{70959BBF-7C52-43F5-9BED-0D5938290CE9}" srcOrd="3" destOrd="0" parTransId="{0898DAA6-2632-43B3-AC92-921A51E5EEF3}" sibTransId="{502FF4C9-6496-42AA-BD3F-2E2AC9DDCC5E}"/>
    <dgm:cxn modelId="{C1E7CF76-6C6D-4DED-B8D5-1CFDEBC366FF}" type="presOf" srcId="{70959BBF-7C52-43F5-9BED-0D5938290CE9}" destId="{DCF364EB-7D0D-46AE-9416-24619D08FE4E}" srcOrd="0" destOrd="0" presId="urn:microsoft.com/office/officeart/2005/8/layout/process1"/>
    <dgm:cxn modelId="{0BE88780-2B51-468F-AB6D-591258FA3111}" type="presOf" srcId="{E146D533-C6D4-49F6-807A-A6DA1D382451}" destId="{337849E6-AF87-4B9A-A7CA-74B649E36184}" srcOrd="0" destOrd="0" presId="urn:microsoft.com/office/officeart/2005/8/layout/process1"/>
    <dgm:cxn modelId="{D2373F81-9ED5-450E-B4E0-984C1D3104C7}" srcId="{A37A4C2D-E73F-47B2-85A8-D331FBED3F40}" destId="{3258FA93-E112-4C3D-9AFE-F4D2016A9990}" srcOrd="4" destOrd="0" parTransId="{927346D0-182D-4840-91A3-121D889FB091}" sibTransId="{6ACECB81-75A1-4C73-BBDF-2BB9877B8A25}"/>
    <dgm:cxn modelId="{694AA082-FB32-4CB5-A82F-E31D22B855DD}" type="presOf" srcId="{642F9C44-FD4F-47E5-8F5D-0825507C5E54}" destId="{37AFBA0F-E0C6-4DB6-9C81-AABB9BEAA047}" srcOrd="0" destOrd="0" presId="urn:microsoft.com/office/officeart/2005/8/layout/process1"/>
    <dgm:cxn modelId="{27078A8B-125A-4DAF-A84D-65173F943719}" type="presOf" srcId="{502FF4C9-6496-42AA-BD3F-2E2AC9DDCC5E}" destId="{3BE3AB00-3FD2-4AAE-8355-86E2F771F45D}" srcOrd="0" destOrd="0" presId="urn:microsoft.com/office/officeart/2005/8/layout/process1"/>
    <dgm:cxn modelId="{DF14E59A-38E4-4F05-B616-94B348ACE2BA}" type="presOf" srcId="{C6125367-363C-43BD-82AB-09B442CF0786}" destId="{5587F277-F552-4CE9-B8E3-18CA4E715C37}" srcOrd="0" destOrd="0" presId="urn:microsoft.com/office/officeart/2005/8/layout/process1"/>
    <dgm:cxn modelId="{146CAEB3-30D7-435C-87A6-C81971F6CC71}" type="presOf" srcId="{E16D83E9-7183-42DD-A6CF-E00F1579F79F}" destId="{6C8DB392-297A-4FBD-8B5F-BBCA03794B9F}" srcOrd="0" destOrd="0" presId="urn:microsoft.com/office/officeart/2005/8/layout/process1"/>
    <dgm:cxn modelId="{71EB87D9-69D7-46D2-9BC9-D3DF254F9783}" srcId="{A37A4C2D-E73F-47B2-85A8-D331FBED3F40}" destId="{E16D83E9-7183-42DD-A6CF-E00F1579F79F}" srcOrd="0" destOrd="0" parTransId="{86AA535E-7C50-4961-9BA6-EC7821FB6B7C}" sibTransId="{C6125367-363C-43BD-82AB-09B442CF0786}"/>
    <dgm:cxn modelId="{EFF841F6-06D1-4B4B-BC3D-F6F5BF588FA3}" type="presOf" srcId="{57B85436-09C3-4E0E-9466-E1A1AF25D82A}" destId="{4E6511D3-E5F4-4295-A479-065933AEE38B}" srcOrd="0" destOrd="0" presId="urn:microsoft.com/office/officeart/2005/8/layout/process1"/>
    <dgm:cxn modelId="{E796F9EC-5BD9-4D8F-B84D-90B47AA1A638}" type="presParOf" srcId="{DEC7112F-B02F-41DE-9B37-F6428630AD9C}" destId="{6C8DB392-297A-4FBD-8B5F-BBCA03794B9F}" srcOrd="0" destOrd="0" presId="urn:microsoft.com/office/officeart/2005/8/layout/process1"/>
    <dgm:cxn modelId="{E3A8BD7C-9411-4E90-BFDC-E5A231D091BC}" type="presParOf" srcId="{DEC7112F-B02F-41DE-9B37-F6428630AD9C}" destId="{5587F277-F552-4CE9-B8E3-18CA4E715C37}" srcOrd="1" destOrd="0" presId="urn:microsoft.com/office/officeart/2005/8/layout/process1"/>
    <dgm:cxn modelId="{B01803DB-E108-4985-A0E5-61D63A097ED9}" type="presParOf" srcId="{5587F277-F552-4CE9-B8E3-18CA4E715C37}" destId="{E6DBD8D7-6EED-4899-A3F1-C28BC65E0AD3}" srcOrd="0" destOrd="0" presId="urn:microsoft.com/office/officeart/2005/8/layout/process1"/>
    <dgm:cxn modelId="{281497D1-5864-4B6A-A8E3-FE52DE6F5DAC}" type="presParOf" srcId="{DEC7112F-B02F-41DE-9B37-F6428630AD9C}" destId="{4E6511D3-E5F4-4295-A479-065933AEE38B}" srcOrd="2" destOrd="0" presId="urn:microsoft.com/office/officeart/2005/8/layout/process1"/>
    <dgm:cxn modelId="{749180C7-604C-4D6C-9ED6-4098A34B23A2}" type="presParOf" srcId="{DEC7112F-B02F-41DE-9B37-F6428630AD9C}" destId="{337849E6-AF87-4B9A-A7CA-74B649E36184}" srcOrd="3" destOrd="0" presId="urn:microsoft.com/office/officeart/2005/8/layout/process1"/>
    <dgm:cxn modelId="{20C88155-675B-4DE8-8404-38635AF5226B}" type="presParOf" srcId="{337849E6-AF87-4B9A-A7CA-74B649E36184}" destId="{22A7EB6C-C030-4677-B13A-64CEA04CC1AF}" srcOrd="0" destOrd="0" presId="urn:microsoft.com/office/officeart/2005/8/layout/process1"/>
    <dgm:cxn modelId="{6A9E97BE-47B6-44E2-B8A5-A994C9202DFD}" type="presParOf" srcId="{DEC7112F-B02F-41DE-9B37-F6428630AD9C}" destId="{13C386AA-7367-4192-8BE6-D1B9FAFCCE7B}" srcOrd="4" destOrd="0" presId="urn:microsoft.com/office/officeart/2005/8/layout/process1"/>
    <dgm:cxn modelId="{5114751A-4A01-4881-9F0D-F1956D5246DE}" type="presParOf" srcId="{DEC7112F-B02F-41DE-9B37-F6428630AD9C}" destId="{37AFBA0F-E0C6-4DB6-9C81-AABB9BEAA047}" srcOrd="5" destOrd="0" presId="urn:microsoft.com/office/officeart/2005/8/layout/process1"/>
    <dgm:cxn modelId="{7BC16C6F-8598-4EAE-AC5A-658BA34AE06B}" type="presParOf" srcId="{37AFBA0F-E0C6-4DB6-9C81-AABB9BEAA047}" destId="{485C22C5-2D5E-4E07-A558-B329E1E20B6A}" srcOrd="0" destOrd="0" presId="urn:microsoft.com/office/officeart/2005/8/layout/process1"/>
    <dgm:cxn modelId="{43CA5D1E-C2A0-4323-BD73-311134CE7C4E}" type="presParOf" srcId="{DEC7112F-B02F-41DE-9B37-F6428630AD9C}" destId="{DCF364EB-7D0D-46AE-9416-24619D08FE4E}" srcOrd="6" destOrd="0" presId="urn:microsoft.com/office/officeart/2005/8/layout/process1"/>
    <dgm:cxn modelId="{411908E6-65D8-4910-A6E0-EBC6F7A2673A}" type="presParOf" srcId="{DEC7112F-B02F-41DE-9B37-F6428630AD9C}" destId="{3BE3AB00-3FD2-4AAE-8355-86E2F771F45D}" srcOrd="7" destOrd="0" presId="urn:microsoft.com/office/officeart/2005/8/layout/process1"/>
    <dgm:cxn modelId="{EB434740-FBD5-46AE-A710-B213D5CD7303}" type="presParOf" srcId="{3BE3AB00-3FD2-4AAE-8355-86E2F771F45D}" destId="{AD753E1C-6053-46C3-A16E-31B0E29AA66B}" srcOrd="0" destOrd="0" presId="urn:microsoft.com/office/officeart/2005/8/layout/process1"/>
    <dgm:cxn modelId="{99E7324B-40FE-48F2-9FEB-4287E19C1ECE}" type="presParOf" srcId="{DEC7112F-B02F-41DE-9B37-F6428630AD9C}" destId="{D5FF6C34-B87A-41C6-816D-4FE3F9FEF9A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7A4C2D-E73F-47B2-85A8-D331FBED3F40}" type="doc">
      <dgm:prSet loTypeId="urn:microsoft.com/office/officeart/2005/8/layout/process1" loCatId="process" qsTypeId="urn:microsoft.com/office/officeart/2005/8/quickstyle/3d3" qsCatId="3D" csTypeId="urn:microsoft.com/office/officeart/2005/8/colors/colorful2" csCatId="colorful" phldr="1"/>
      <dgm:spPr/>
    </dgm:pt>
    <dgm:pt modelId="{E16D83E9-7183-42DD-A6CF-E00F1579F79F}">
      <dgm:prSet phldrT="[文字]" custT="1"/>
      <dgm:spPr/>
      <dgm:t>
        <a:bodyPr/>
        <a:lstStyle/>
        <a:p>
          <a:r>
            <a: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>
              <a:latin typeface="微軟正黑體" panose="020B0604030504040204" pitchFamily="34" charset="-120"/>
              <a:ea typeface="微軟正黑體" panose="020B0604030504040204" pitchFamily="34" charset="-120"/>
            </a:rPr>
            <a:t>通知調班</a:t>
          </a:r>
          <a:r>
            <a: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>
              <a:latin typeface="微軟正黑體" panose="020B0604030504040204" pitchFamily="34" charset="-120"/>
              <a:ea typeface="微軟正黑體" panose="020B0604030504040204" pitchFamily="34" charset="-120"/>
            </a:rPr>
            <a:t>調休</a:t>
          </a:r>
          <a:endParaRPr lang="zh-TW" altLang="en-US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6AA535E-7C50-4961-9BA6-EC7821FB6B7C}" type="parTrans" cxnId="{71EB87D9-69D7-46D2-9BC9-D3DF254F9783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6125367-363C-43BD-82AB-09B442CF0786}" type="sibTrans" cxnId="{71EB87D9-69D7-46D2-9BC9-D3DF254F9783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258FA93-E112-4C3D-9AFE-F4D2016A9990}">
      <dgm:prSet phldrT="[文字]" custT="1"/>
      <dgm:spPr/>
      <dgm:t>
        <a:bodyPr/>
        <a:lstStyle/>
        <a:p>
          <a:r>
            <a:rPr lang="zh-TW" altLang="en-US" sz="1600">
              <a:latin typeface="微軟正黑體" panose="020B0604030504040204" pitchFamily="34" charset="-120"/>
              <a:ea typeface="微軟正黑體" panose="020B0604030504040204" pitchFamily="34" charset="-120"/>
            </a:rPr>
            <a:t>人資出缺勤核對與薪資計算</a:t>
          </a:r>
          <a:endParaRPr lang="zh-TW" altLang="en-US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27346D0-182D-4840-91A3-121D889FB091}" type="parTrans" cxnId="{D2373F81-9ED5-450E-B4E0-984C1D3104C7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ACECB81-75A1-4C73-BBDF-2BB9877B8A25}" type="sibTrans" cxnId="{D2373F81-9ED5-450E-B4E0-984C1D3104C7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0959BBF-7C52-43F5-9BED-0D5938290CE9}">
      <dgm:prSet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偉哲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該組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>
              <a:latin typeface="微軟正黑體" panose="020B0604030504040204" pitchFamily="34" charset="-120"/>
              <a:ea typeface="微軟正黑體" panose="020B0604030504040204" pitchFamily="34" charset="-120"/>
            </a:rPr>
            <a:t>副理</a:t>
          </a:r>
          <a:endParaRPr lang="en-US" alt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調整班表</a:t>
          </a:r>
        </a:p>
      </dgm:t>
    </dgm:pt>
    <dgm:pt modelId="{0898DAA6-2632-43B3-AC92-921A51E5EEF3}" type="parTrans" cxnId="{95B34C50-7FBD-4EB5-9EE8-00F475B30B5B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02FF4C9-6496-42AA-BD3F-2E2AC9DDCC5E}" type="sibTrans" cxnId="{95B34C50-7FBD-4EB5-9EE8-00F475B30B5B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8A4162D-73C5-41ED-BA80-C18B745AD75D}">
      <dgm:prSet custT="1"/>
      <dgm:spPr/>
      <dgm:t>
        <a:bodyPr/>
        <a:lstStyle/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第一關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第二關副理</a:t>
          </a:r>
        </a:p>
      </dgm:t>
    </dgm:pt>
    <dgm:pt modelId="{EA73FC47-D246-4550-8761-0B827260BBED}" type="parTrans" cxnId="{4D993E48-7194-4582-9EDE-34D36DF5BDEB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42F9C44-FD4F-47E5-8F5D-0825507C5E54}" type="sibTrans" cxnId="{4D993E48-7194-4582-9EDE-34D36DF5BDEB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7B85436-09C3-4E0E-9466-E1A1AF25D82A}">
      <dgm:prSet custT="1"/>
      <dgm:spPr/>
      <dgm:t>
        <a:bodyPr/>
        <a:lstStyle/>
        <a:p>
          <a:r>
            <a:rPr lang="en-US" altLang="zh-TW" sz="16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mail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通知並請</a:t>
          </a:r>
          <a:r>
            <a: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上人事系統填寫</a:t>
          </a:r>
        </a:p>
      </dgm:t>
    </dgm:pt>
    <dgm:pt modelId="{F995856D-DF44-48F1-8053-53F108411009}" type="parTrans" cxnId="{E912C11C-F8B0-475E-B18F-A681598458B5}">
      <dgm:prSet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146D533-C6D4-49F6-807A-A6DA1D382451}" type="sibTrans" cxnId="{E912C11C-F8B0-475E-B18F-A681598458B5}">
      <dgm:prSet custT="1"/>
      <dgm:spPr/>
      <dgm:t>
        <a:bodyPr/>
        <a:lstStyle/>
        <a:p>
          <a:endParaRPr lang="zh-TW" altLang="en-US" sz="16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EC7112F-B02F-41DE-9B37-F6428630AD9C}" type="pres">
      <dgm:prSet presAssocID="{A37A4C2D-E73F-47B2-85A8-D331FBED3F40}" presName="Name0" presStyleCnt="0">
        <dgm:presLayoutVars>
          <dgm:dir/>
          <dgm:resizeHandles val="exact"/>
        </dgm:presLayoutVars>
      </dgm:prSet>
      <dgm:spPr/>
    </dgm:pt>
    <dgm:pt modelId="{6C8DB392-297A-4FBD-8B5F-BBCA03794B9F}" type="pres">
      <dgm:prSet presAssocID="{E16D83E9-7183-42DD-A6CF-E00F1579F79F}" presName="node" presStyleLbl="node1" presStyleIdx="0" presStyleCnt="5">
        <dgm:presLayoutVars>
          <dgm:bulletEnabled val="1"/>
        </dgm:presLayoutVars>
      </dgm:prSet>
      <dgm:spPr/>
    </dgm:pt>
    <dgm:pt modelId="{5587F277-F552-4CE9-B8E3-18CA4E715C37}" type="pres">
      <dgm:prSet presAssocID="{C6125367-363C-43BD-82AB-09B442CF0786}" presName="sibTrans" presStyleLbl="sibTrans2D1" presStyleIdx="0" presStyleCnt="4"/>
      <dgm:spPr/>
    </dgm:pt>
    <dgm:pt modelId="{E6DBD8D7-6EED-4899-A3F1-C28BC65E0AD3}" type="pres">
      <dgm:prSet presAssocID="{C6125367-363C-43BD-82AB-09B442CF0786}" presName="connectorText" presStyleLbl="sibTrans2D1" presStyleIdx="0" presStyleCnt="4"/>
      <dgm:spPr/>
    </dgm:pt>
    <dgm:pt modelId="{4E6511D3-E5F4-4295-A479-065933AEE38B}" type="pres">
      <dgm:prSet presAssocID="{57B85436-09C3-4E0E-9466-E1A1AF25D82A}" presName="node" presStyleLbl="node1" presStyleIdx="1" presStyleCnt="5">
        <dgm:presLayoutVars>
          <dgm:bulletEnabled val="1"/>
        </dgm:presLayoutVars>
      </dgm:prSet>
      <dgm:spPr/>
    </dgm:pt>
    <dgm:pt modelId="{337849E6-AF87-4B9A-A7CA-74B649E36184}" type="pres">
      <dgm:prSet presAssocID="{E146D533-C6D4-49F6-807A-A6DA1D382451}" presName="sibTrans" presStyleLbl="sibTrans2D1" presStyleIdx="1" presStyleCnt="4"/>
      <dgm:spPr/>
    </dgm:pt>
    <dgm:pt modelId="{22A7EB6C-C030-4677-B13A-64CEA04CC1AF}" type="pres">
      <dgm:prSet presAssocID="{E146D533-C6D4-49F6-807A-A6DA1D382451}" presName="connectorText" presStyleLbl="sibTrans2D1" presStyleIdx="1" presStyleCnt="4"/>
      <dgm:spPr/>
    </dgm:pt>
    <dgm:pt modelId="{13C386AA-7367-4192-8BE6-D1B9FAFCCE7B}" type="pres">
      <dgm:prSet presAssocID="{68A4162D-73C5-41ED-BA80-C18B745AD75D}" presName="node" presStyleLbl="node1" presStyleIdx="2" presStyleCnt="5">
        <dgm:presLayoutVars>
          <dgm:bulletEnabled val="1"/>
        </dgm:presLayoutVars>
      </dgm:prSet>
      <dgm:spPr/>
    </dgm:pt>
    <dgm:pt modelId="{37AFBA0F-E0C6-4DB6-9C81-AABB9BEAA047}" type="pres">
      <dgm:prSet presAssocID="{642F9C44-FD4F-47E5-8F5D-0825507C5E54}" presName="sibTrans" presStyleLbl="sibTrans2D1" presStyleIdx="2" presStyleCnt="4"/>
      <dgm:spPr/>
    </dgm:pt>
    <dgm:pt modelId="{485C22C5-2D5E-4E07-A558-B329E1E20B6A}" type="pres">
      <dgm:prSet presAssocID="{642F9C44-FD4F-47E5-8F5D-0825507C5E54}" presName="connectorText" presStyleLbl="sibTrans2D1" presStyleIdx="2" presStyleCnt="4"/>
      <dgm:spPr/>
    </dgm:pt>
    <dgm:pt modelId="{DCF364EB-7D0D-46AE-9416-24619D08FE4E}" type="pres">
      <dgm:prSet presAssocID="{70959BBF-7C52-43F5-9BED-0D5938290CE9}" presName="node" presStyleLbl="node1" presStyleIdx="3" presStyleCnt="5">
        <dgm:presLayoutVars>
          <dgm:bulletEnabled val="1"/>
        </dgm:presLayoutVars>
      </dgm:prSet>
      <dgm:spPr/>
    </dgm:pt>
    <dgm:pt modelId="{3BE3AB00-3FD2-4AAE-8355-86E2F771F45D}" type="pres">
      <dgm:prSet presAssocID="{502FF4C9-6496-42AA-BD3F-2E2AC9DDCC5E}" presName="sibTrans" presStyleLbl="sibTrans2D1" presStyleIdx="3" presStyleCnt="4"/>
      <dgm:spPr/>
    </dgm:pt>
    <dgm:pt modelId="{AD753E1C-6053-46C3-A16E-31B0E29AA66B}" type="pres">
      <dgm:prSet presAssocID="{502FF4C9-6496-42AA-BD3F-2E2AC9DDCC5E}" presName="connectorText" presStyleLbl="sibTrans2D1" presStyleIdx="3" presStyleCnt="4"/>
      <dgm:spPr/>
    </dgm:pt>
    <dgm:pt modelId="{D5FF6C34-B87A-41C6-816D-4FE3F9FEF9A4}" type="pres">
      <dgm:prSet presAssocID="{3258FA93-E112-4C3D-9AFE-F4D2016A9990}" presName="node" presStyleLbl="node1" presStyleIdx="4" presStyleCnt="5">
        <dgm:presLayoutVars>
          <dgm:bulletEnabled val="1"/>
        </dgm:presLayoutVars>
      </dgm:prSet>
      <dgm:spPr/>
    </dgm:pt>
  </dgm:ptLst>
  <dgm:cxnLst>
    <dgm:cxn modelId="{D9EF9B0D-466A-4F9D-BA59-71849130DA38}" type="presOf" srcId="{642F9C44-FD4F-47E5-8F5D-0825507C5E54}" destId="{485C22C5-2D5E-4E07-A558-B329E1E20B6A}" srcOrd="1" destOrd="0" presId="urn:microsoft.com/office/officeart/2005/8/layout/process1"/>
    <dgm:cxn modelId="{27C8F314-E249-4F91-8A56-F0C424B8C028}" type="presOf" srcId="{C6125367-363C-43BD-82AB-09B442CF0786}" destId="{E6DBD8D7-6EED-4899-A3F1-C28BC65E0AD3}" srcOrd="1" destOrd="0" presId="urn:microsoft.com/office/officeart/2005/8/layout/process1"/>
    <dgm:cxn modelId="{58589419-10BB-4D13-A7D0-7F588D3FC838}" type="presOf" srcId="{68A4162D-73C5-41ED-BA80-C18B745AD75D}" destId="{13C386AA-7367-4192-8BE6-D1B9FAFCCE7B}" srcOrd="0" destOrd="0" presId="urn:microsoft.com/office/officeart/2005/8/layout/process1"/>
    <dgm:cxn modelId="{E912C11C-F8B0-475E-B18F-A681598458B5}" srcId="{A37A4C2D-E73F-47B2-85A8-D331FBED3F40}" destId="{57B85436-09C3-4E0E-9466-E1A1AF25D82A}" srcOrd="1" destOrd="0" parTransId="{F995856D-DF44-48F1-8053-53F108411009}" sibTransId="{E146D533-C6D4-49F6-807A-A6DA1D382451}"/>
    <dgm:cxn modelId="{48C4A91E-2EEC-4374-A273-56FEDB98F93D}" type="presOf" srcId="{E146D533-C6D4-49F6-807A-A6DA1D382451}" destId="{22A7EB6C-C030-4677-B13A-64CEA04CC1AF}" srcOrd="1" destOrd="0" presId="urn:microsoft.com/office/officeart/2005/8/layout/process1"/>
    <dgm:cxn modelId="{F682CE67-7A4D-4682-945B-B9DFA1222F30}" type="presOf" srcId="{A37A4C2D-E73F-47B2-85A8-D331FBED3F40}" destId="{DEC7112F-B02F-41DE-9B37-F6428630AD9C}" srcOrd="0" destOrd="0" presId="urn:microsoft.com/office/officeart/2005/8/layout/process1"/>
    <dgm:cxn modelId="{4D993E48-7194-4582-9EDE-34D36DF5BDEB}" srcId="{A37A4C2D-E73F-47B2-85A8-D331FBED3F40}" destId="{68A4162D-73C5-41ED-BA80-C18B745AD75D}" srcOrd="2" destOrd="0" parTransId="{EA73FC47-D246-4550-8761-0B827260BBED}" sibTransId="{642F9C44-FD4F-47E5-8F5D-0825507C5E54}"/>
    <dgm:cxn modelId="{51062B4D-7474-4CB4-8B7D-148A67AB3AA7}" type="presOf" srcId="{502FF4C9-6496-42AA-BD3F-2E2AC9DDCC5E}" destId="{AD753E1C-6053-46C3-A16E-31B0E29AA66B}" srcOrd="1" destOrd="0" presId="urn:microsoft.com/office/officeart/2005/8/layout/process1"/>
    <dgm:cxn modelId="{0479A14F-A7A6-42C6-819D-60898D7D4AFD}" type="presOf" srcId="{3258FA93-E112-4C3D-9AFE-F4D2016A9990}" destId="{D5FF6C34-B87A-41C6-816D-4FE3F9FEF9A4}" srcOrd="0" destOrd="0" presId="urn:microsoft.com/office/officeart/2005/8/layout/process1"/>
    <dgm:cxn modelId="{95B34C50-7FBD-4EB5-9EE8-00F475B30B5B}" srcId="{A37A4C2D-E73F-47B2-85A8-D331FBED3F40}" destId="{70959BBF-7C52-43F5-9BED-0D5938290CE9}" srcOrd="3" destOrd="0" parTransId="{0898DAA6-2632-43B3-AC92-921A51E5EEF3}" sibTransId="{502FF4C9-6496-42AA-BD3F-2E2AC9DDCC5E}"/>
    <dgm:cxn modelId="{C1E7CF76-6C6D-4DED-B8D5-1CFDEBC366FF}" type="presOf" srcId="{70959BBF-7C52-43F5-9BED-0D5938290CE9}" destId="{DCF364EB-7D0D-46AE-9416-24619D08FE4E}" srcOrd="0" destOrd="0" presId="urn:microsoft.com/office/officeart/2005/8/layout/process1"/>
    <dgm:cxn modelId="{0BE88780-2B51-468F-AB6D-591258FA3111}" type="presOf" srcId="{E146D533-C6D4-49F6-807A-A6DA1D382451}" destId="{337849E6-AF87-4B9A-A7CA-74B649E36184}" srcOrd="0" destOrd="0" presId="urn:microsoft.com/office/officeart/2005/8/layout/process1"/>
    <dgm:cxn modelId="{D2373F81-9ED5-450E-B4E0-984C1D3104C7}" srcId="{A37A4C2D-E73F-47B2-85A8-D331FBED3F40}" destId="{3258FA93-E112-4C3D-9AFE-F4D2016A9990}" srcOrd="4" destOrd="0" parTransId="{927346D0-182D-4840-91A3-121D889FB091}" sibTransId="{6ACECB81-75A1-4C73-BBDF-2BB9877B8A25}"/>
    <dgm:cxn modelId="{694AA082-FB32-4CB5-A82F-E31D22B855DD}" type="presOf" srcId="{642F9C44-FD4F-47E5-8F5D-0825507C5E54}" destId="{37AFBA0F-E0C6-4DB6-9C81-AABB9BEAA047}" srcOrd="0" destOrd="0" presId="urn:microsoft.com/office/officeart/2005/8/layout/process1"/>
    <dgm:cxn modelId="{27078A8B-125A-4DAF-A84D-65173F943719}" type="presOf" srcId="{502FF4C9-6496-42AA-BD3F-2E2AC9DDCC5E}" destId="{3BE3AB00-3FD2-4AAE-8355-86E2F771F45D}" srcOrd="0" destOrd="0" presId="urn:microsoft.com/office/officeart/2005/8/layout/process1"/>
    <dgm:cxn modelId="{DF14E59A-38E4-4F05-B616-94B348ACE2BA}" type="presOf" srcId="{C6125367-363C-43BD-82AB-09B442CF0786}" destId="{5587F277-F552-4CE9-B8E3-18CA4E715C37}" srcOrd="0" destOrd="0" presId="urn:microsoft.com/office/officeart/2005/8/layout/process1"/>
    <dgm:cxn modelId="{146CAEB3-30D7-435C-87A6-C81971F6CC71}" type="presOf" srcId="{E16D83E9-7183-42DD-A6CF-E00F1579F79F}" destId="{6C8DB392-297A-4FBD-8B5F-BBCA03794B9F}" srcOrd="0" destOrd="0" presId="urn:microsoft.com/office/officeart/2005/8/layout/process1"/>
    <dgm:cxn modelId="{71EB87D9-69D7-46D2-9BC9-D3DF254F9783}" srcId="{A37A4C2D-E73F-47B2-85A8-D331FBED3F40}" destId="{E16D83E9-7183-42DD-A6CF-E00F1579F79F}" srcOrd="0" destOrd="0" parTransId="{86AA535E-7C50-4961-9BA6-EC7821FB6B7C}" sibTransId="{C6125367-363C-43BD-82AB-09B442CF0786}"/>
    <dgm:cxn modelId="{EFF841F6-06D1-4B4B-BC3D-F6F5BF588FA3}" type="presOf" srcId="{57B85436-09C3-4E0E-9466-E1A1AF25D82A}" destId="{4E6511D3-E5F4-4295-A479-065933AEE38B}" srcOrd="0" destOrd="0" presId="urn:microsoft.com/office/officeart/2005/8/layout/process1"/>
    <dgm:cxn modelId="{E796F9EC-5BD9-4D8F-B84D-90B47AA1A638}" type="presParOf" srcId="{DEC7112F-B02F-41DE-9B37-F6428630AD9C}" destId="{6C8DB392-297A-4FBD-8B5F-BBCA03794B9F}" srcOrd="0" destOrd="0" presId="urn:microsoft.com/office/officeart/2005/8/layout/process1"/>
    <dgm:cxn modelId="{E3A8BD7C-9411-4E90-BFDC-E5A231D091BC}" type="presParOf" srcId="{DEC7112F-B02F-41DE-9B37-F6428630AD9C}" destId="{5587F277-F552-4CE9-B8E3-18CA4E715C37}" srcOrd="1" destOrd="0" presId="urn:microsoft.com/office/officeart/2005/8/layout/process1"/>
    <dgm:cxn modelId="{B01803DB-E108-4985-A0E5-61D63A097ED9}" type="presParOf" srcId="{5587F277-F552-4CE9-B8E3-18CA4E715C37}" destId="{E6DBD8D7-6EED-4899-A3F1-C28BC65E0AD3}" srcOrd="0" destOrd="0" presId="urn:microsoft.com/office/officeart/2005/8/layout/process1"/>
    <dgm:cxn modelId="{281497D1-5864-4B6A-A8E3-FE52DE6F5DAC}" type="presParOf" srcId="{DEC7112F-B02F-41DE-9B37-F6428630AD9C}" destId="{4E6511D3-E5F4-4295-A479-065933AEE38B}" srcOrd="2" destOrd="0" presId="urn:microsoft.com/office/officeart/2005/8/layout/process1"/>
    <dgm:cxn modelId="{749180C7-604C-4D6C-9ED6-4098A34B23A2}" type="presParOf" srcId="{DEC7112F-B02F-41DE-9B37-F6428630AD9C}" destId="{337849E6-AF87-4B9A-A7CA-74B649E36184}" srcOrd="3" destOrd="0" presId="urn:microsoft.com/office/officeart/2005/8/layout/process1"/>
    <dgm:cxn modelId="{20C88155-675B-4DE8-8404-38635AF5226B}" type="presParOf" srcId="{337849E6-AF87-4B9A-A7CA-74B649E36184}" destId="{22A7EB6C-C030-4677-B13A-64CEA04CC1AF}" srcOrd="0" destOrd="0" presId="urn:microsoft.com/office/officeart/2005/8/layout/process1"/>
    <dgm:cxn modelId="{6A9E97BE-47B6-44E2-B8A5-A994C9202DFD}" type="presParOf" srcId="{DEC7112F-B02F-41DE-9B37-F6428630AD9C}" destId="{13C386AA-7367-4192-8BE6-D1B9FAFCCE7B}" srcOrd="4" destOrd="0" presId="urn:microsoft.com/office/officeart/2005/8/layout/process1"/>
    <dgm:cxn modelId="{5114751A-4A01-4881-9F0D-F1956D5246DE}" type="presParOf" srcId="{DEC7112F-B02F-41DE-9B37-F6428630AD9C}" destId="{37AFBA0F-E0C6-4DB6-9C81-AABB9BEAA047}" srcOrd="5" destOrd="0" presId="urn:microsoft.com/office/officeart/2005/8/layout/process1"/>
    <dgm:cxn modelId="{7BC16C6F-8598-4EAE-AC5A-658BA34AE06B}" type="presParOf" srcId="{37AFBA0F-E0C6-4DB6-9C81-AABB9BEAA047}" destId="{485C22C5-2D5E-4E07-A558-B329E1E20B6A}" srcOrd="0" destOrd="0" presId="urn:microsoft.com/office/officeart/2005/8/layout/process1"/>
    <dgm:cxn modelId="{43CA5D1E-C2A0-4323-BD73-311134CE7C4E}" type="presParOf" srcId="{DEC7112F-B02F-41DE-9B37-F6428630AD9C}" destId="{DCF364EB-7D0D-46AE-9416-24619D08FE4E}" srcOrd="6" destOrd="0" presId="urn:microsoft.com/office/officeart/2005/8/layout/process1"/>
    <dgm:cxn modelId="{411908E6-65D8-4910-A6E0-EBC6F7A2673A}" type="presParOf" srcId="{DEC7112F-B02F-41DE-9B37-F6428630AD9C}" destId="{3BE3AB00-3FD2-4AAE-8355-86E2F771F45D}" srcOrd="7" destOrd="0" presId="urn:microsoft.com/office/officeart/2005/8/layout/process1"/>
    <dgm:cxn modelId="{EB434740-FBD5-46AE-A710-B213D5CD7303}" type="presParOf" srcId="{3BE3AB00-3FD2-4AAE-8355-86E2F771F45D}" destId="{AD753E1C-6053-46C3-A16E-31B0E29AA66B}" srcOrd="0" destOrd="0" presId="urn:microsoft.com/office/officeart/2005/8/layout/process1"/>
    <dgm:cxn modelId="{99E7324B-40FE-48F2-9FEB-4287E19C1ECE}" type="presParOf" srcId="{DEC7112F-B02F-41DE-9B37-F6428630AD9C}" destId="{D5FF6C34-B87A-41C6-816D-4FE3F9FEF9A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DB392-297A-4FBD-8B5F-BBCA03794B9F}">
      <dsp:nvSpPr>
        <dsp:cNvPr id="0" name=""/>
        <dsp:cNvSpPr/>
      </dsp:nvSpPr>
      <dsp:spPr>
        <a:xfrm>
          <a:off x="5134" y="507681"/>
          <a:ext cx="1591716" cy="13131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</a:t>
          </a:r>
          <a:endParaRPr lang="en-US" alt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事假、病假、喪假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….</a:t>
          </a:r>
          <a:endParaRPr lang="zh-TW" altLang="en-US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3595" y="546142"/>
        <a:ext cx="1514794" cy="1236244"/>
      </dsp:txXfrm>
    </dsp:sp>
    <dsp:sp modelId="{5587F277-F552-4CE9-B8E3-18CA4E715C37}">
      <dsp:nvSpPr>
        <dsp:cNvPr id="0" name=""/>
        <dsp:cNvSpPr/>
      </dsp:nvSpPr>
      <dsp:spPr>
        <a:xfrm>
          <a:off x="1756023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56023" y="1045841"/>
        <a:ext cx="236210" cy="236847"/>
      </dsp:txXfrm>
    </dsp:sp>
    <dsp:sp modelId="{4E6511D3-E5F4-4295-A479-065933AEE38B}">
      <dsp:nvSpPr>
        <dsp:cNvPr id="0" name=""/>
        <dsp:cNvSpPr/>
      </dsp:nvSpPr>
      <dsp:spPr>
        <a:xfrm>
          <a:off x="2233538" y="507681"/>
          <a:ext cx="1591716" cy="1313166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teams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通知並請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上人事系統填寫</a:t>
          </a:r>
        </a:p>
      </dsp:txBody>
      <dsp:txXfrm>
        <a:off x="2271999" y="546142"/>
        <a:ext cx="1514794" cy="1236244"/>
      </dsp:txXfrm>
    </dsp:sp>
    <dsp:sp modelId="{337849E6-AF87-4B9A-A7CA-74B649E36184}">
      <dsp:nvSpPr>
        <dsp:cNvPr id="0" name=""/>
        <dsp:cNvSpPr/>
      </dsp:nvSpPr>
      <dsp:spPr>
        <a:xfrm>
          <a:off x="3984426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984426" y="1045841"/>
        <a:ext cx="236210" cy="236847"/>
      </dsp:txXfrm>
    </dsp:sp>
    <dsp:sp modelId="{13C386AA-7367-4192-8BE6-D1B9FAFCCE7B}">
      <dsp:nvSpPr>
        <dsp:cNvPr id="0" name=""/>
        <dsp:cNvSpPr/>
      </dsp:nvSpPr>
      <dsp:spPr>
        <a:xfrm>
          <a:off x="4461941" y="507681"/>
          <a:ext cx="1591716" cy="1313166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第一關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第二關副理</a:t>
          </a:r>
        </a:p>
      </dsp:txBody>
      <dsp:txXfrm>
        <a:off x="4500402" y="546142"/>
        <a:ext cx="1514794" cy="1236244"/>
      </dsp:txXfrm>
    </dsp:sp>
    <dsp:sp modelId="{37AFBA0F-E0C6-4DB6-9C81-AABB9BEAA047}">
      <dsp:nvSpPr>
        <dsp:cNvPr id="0" name=""/>
        <dsp:cNvSpPr/>
      </dsp:nvSpPr>
      <dsp:spPr>
        <a:xfrm>
          <a:off x="6212830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6212830" y="1045841"/>
        <a:ext cx="236210" cy="236847"/>
      </dsp:txXfrm>
    </dsp:sp>
    <dsp:sp modelId="{DCF364EB-7D0D-46AE-9416-24619D08FE4E}">
      <dsp:nvSpPr>
        <dsp:cNvPr id="0" name=""/>
        <dsp:cNvSpPr/>
      </dsp:nvSpPr>
      <dsp:spPr>
        <a:xfrm>
          <a:off x="6690345" y="507681"/>
          <a:ext cx="1591716" cy="1313166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偉哲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副理</a:t>
          </a:r>
          <a:endParaRPr lang="en-US" alt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調整班表</a:t>
          </a:r>
        </a:p>
      </dsp:txBody>
      <dsp:txXfrm>
        <a:off x="6728806" y="546142"/>
        <a:ext cx="1514794" cy="1236244"/>
      </dsp:txXfrm>
    </dsp:sp>
    <dsp:sp modelId="{3BE3AB00-3FD2-4AAE-8355-86E2F771F45D}">
      <dsp:nvSpPr>
        <dsp:cNvPr id="0" name=""/>
        <dsp:cNvSpPr/>
      </dsp:nvSpPr>
      <dsp:spPr>
        <a:xfrm>
          <a:off x="8441233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8441233" y="1045841"/>
        <a:ext cx="236210" cy="236847"/>
      </dsp:txXfrm>
    </dsp:sp>
    <dsp:sp modelId="{D5FF6C34-B87A-41C6-816D-4FE3F9FEF9A4}">
      <dsp:nvSpPr>
        <dsp:cNvPr id="0" name=""/>
        <dsp:cNvSpPr/>
      </dsp:nvSpPr>
      <dsp:spPr>
        <a:xfrm>
          <a:off x="8918748" y="507681"/>
          <a:ext cx="1591716" cy="1313166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人資出缺勤核對與薪資計算</a:t>
          </a:r>
        </a:p>
      </dsp:txBody>
      <dsp:txXfrm>
        <a:off x="8957209" y="546142"/>
        <a:ext cx="1514794" cy="12362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DB392-297A-4FBD-8B5F-BBCA03794B9F}">
      <dsp:nvSpPr>
        <dsp:cNvPr id="0" name=""/>
        <dsp:cNvSpPr/>
      </dsp:nvSpPr>
      <dsp:spPr>
        <a:xfrm>
          <a:off x="5134" y="574832"/>
          <a:ext cx="1591716" cy="11788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通知特休登記</a:t>
          </a:r>
          <a:endParaRPr lang="en-US" alt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9662" y="609360"/>
        <a:ext cx="1522660" cy="1109809"/>
      </dsp:txXfrm>
    </dsp:sp>
    <dsp:sp modelId="{5587F277-F552-4CE9-B8E3-18CA4E715C37}">
      <dsp:nvSpPr>
        <dsp:cNvPr id="0" name=""/>
        <dsp:cNvSpPr/>
      </dsp:nvSpPr>
      <dsp:spPr>
        <a:xfrm>
          <a:off x="1756023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56023" y="1045841"/>
        <a:ext cx="236210" cy="236847"/>
      </dsp:txXfrm>
    </dsp:sp>
    <dsp:sp modelId="{4E6511D3-E5F4-4295-A479-065933AEE38B}">
      <dsp:nvSpPr>
        <dsp:cNvPr id="0" name=""/>
        <dsp:cNvSpPr/>
      </dsp:nvSpPr>
      <dsp:spPr>
        <a:xfrm>
          <a:off x="2233538" y="574832"/>
          <a:ext cx="1591716" cy="1178865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teams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通知並請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上人事系統填寫</a:t>
          </a:r>
        </a:p>
      </dsp:txBody>
      <dsp:txXfrm>
        <a:off x="2268066" y="609360"/>
        <a:ext cx="1522660" cy="1109809"/>
      </dsp:txXfrm>
    </dsp:sp>
    <dsp:sp modelId="{337849E6-AF87-4B9A-A7CA-74B649E36184}">
      <dsp:nvSpPr>
        <dsp:cNvPr id="0" name=""/>
        <dsp:cNvSpPr/>
      </dsp:nvSpPr>
      <dsp:spPr>
        <a:xfrm>
          <a:off x="3984426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984426" y="1045841"/>
        <a:ext cx="236210" cy="236847"/>
      </dsp:txXfrm>
    </dsp:sp>
    <dsp:sp modelId="{13C386AA-7367-4192-8BE6-D1B9FAFCCE7B}">
      <dsp:nvSpPr>
        <dsp:cNvPr id="0" name=""/>
        <dsp:cNvSpPr/>
      </dsp:nvSpPr>
      <dsp:spPr>
        <a:xfrm>
          <a:off x="4461941" y="574832"/>
          <a:ext cx="1591716" cy="1178865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第一關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第二關副理</a:t>
          </a:r>
        </a:p>
      </dsp:txBody>
      <dsp:txXfrm>
        <a:off x="4496469" y="609360"/>
        <a:ext cx="1522660" cy="1109809"/>
      </dsp:txXfrm>
    </dsp:sp>
    <dsp:sp modelId="{37AFBA0F-E0C6-4DB6-9C81-AABB9BEAA047}">
      <dsp:nvSpPr>
        <dsp:cNvPr id="0" name=""/>
        <dsp:cNvSpPr/>
      </dsp:nvSpPr>
      <dsp:spPr>
        <a:xfrm>
          <a:off x="6212830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6212830" y="1045841"/>
        <a:ext cx="236210" cy="236847"/>
      </dsp:txXfrm>
    </dsp:sp>
    <dsp:sp modelId="{DCF364EB-7D0D-46AE-9416-24619D08FE4E}">
      <dsp:nvSpPr>
        <dsp:cNvPr id="0" name=""/>
        <dsp:cNvSpPr/>
      </dsp:nvSpPr>
      <dsp:spPr>
        <a:xfrm>
          <a:off x="6690345" y="574832"/>
          <a:ext cx="1591716" cy="1178865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偉哲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副理</a:t>
          </a:r>
          <a:endParaRPr lang="en-US" alt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調整班表</a:t>
          </a:r>
        </a:p>
      </dsp:txBody>
      <dsp:txXfrm>
        <a:off x="6724873" y="609360"/>
        <a:ext cx="1522660" cy="1109809"/>
      </dsp:txXfrm>
    </dsp:sp>
    <dsp:sp modelId="{3BE3AB00-3FD2-4AAE-8355-86E2F771F45D}">
      <dsp:nvSpPr>
        <dsp:cNvPr id="0" name=""/>
        <dsp:cNvSpPr/>
      </dsp:nvSpPr>
      <dsp:spPr>
        <a:xfrm>
          <a:off x="8441233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8441233" y="1045841"/>
        <a:ext cx="236210" cy="236847"/>
      </dsp:txXfrm>
    </dsp:sp>
    <dsp:sp modelId="{D5FF6C34-B87A-41C6-816D-4FE3F9FEF9A4}">
      <dsp:nvSpPr>
        <dsp:cNvPr id="0" name=""/>
        <dsp:cNvSpPr/>
      </dsp:nvSpPr>
      <dsp:spPr>
        <a:xfrm>
          <a:off x="8918748" y="574832"/>
          <a:ext cx="1591716" cy="1178865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人資出缺勤核對與薪資計算</a:t>
          </a:r>
        </a:p>
      </dsp:txBody>
      <dsp:txXfrm>
        <a:off x="8953276" y="609360"/>
        <a:ext cx="1522660" cy="1109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DB392-297A-4FBD-8B5F-BBCA03794B9F}">
      <dsp:nvSpPr>
        <dsp:cNvPr id="0" name=""/>
        <dsp:cNvSpPr/>
      </dsp:nvSpPr>
      <dsp:spPr>
        <a:xfrm>
          <a:off x="5134" y="442629"/>
          <a:ext cx="1591716" cy="14432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通知調班</a:t>
          </a:r>
          <a:r>
            <a:rPr lang="en-US" altLang="zh-TW" sz="16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調休</a:t>
          </a:r>
          <a:endParaRPr lang="zh-TW" altLang="en-US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7406" y="484901"/>
        <a:ext cx="1507172" cy="1358726"/>
      </dsp:txXfrm>
    </dsp:sp>
    <dsp:sp modelId="{5587F277-F552-4CE9-B8E3-18CA4E715C37}">
      <dsp:nvSpPr>
        <dsp:cNvPr id="0" name=""/>
        <dsp:cNvSpPr/>
      </dsp:nvSpPr>
      <dsp:spPr>
        <a:xfrm>
          <a:off x="1756023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56023" y="1045841"/>
        <a:ext cx="236210" cy="236847"/>
      </dsp:txXfrm>
    </dsp:sp>
    <dsp:sp modelId="{4E6511D3-E5F4-4295-A479-065933AEE38B}">
      <dsp:nvSpPr>
        <dsp:cNvPr id="0" name=""/>
        <dsp:cNvSpPr/>
      </dsp:nvSpPr>
      <dsp:spPr>
        <a:xfrm>
          <a:off x="2233538" y="442629"/>
          <a:ext cx="1591716" cy="1443270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mail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通知並請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AG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上人事系統填寫</a:t>
          </a:r>
        </a:p>
      </dsp:txBody>
      <dsp:txXfrm>
        <a:off x="2275810" y="484901"/>
        <a:ext cx="1507172" cy="1358726"/>
      </dsp:txXfrm>
    </dsp:sp>
    <dsp:sp modelId="{337849E6-AF87-4B9A-A7CA-74B649E36184}">
      <dsp:nvSpPr>
        <dsp:cNvPr id="0" name=""/>
        <dsp:cNvSpPr/>
      </dsp:nvSpPr>
      <dsp:spPr>
        <a:xfrm>
          <a:off x="3984426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984426" y="1045841"/>
        <a:ext cx="236210" cy="236847"/>
      </dsp:txXfrm>
    </dsp:sp>
    <dsp:sp modelId="{13C386AA-7367-4192-8BE6-D1B9FAFCCE7B}">
      <dsp:nvSpPr>
        <dsp:cNvPr id="0" name=""/>
        <dsp:cNvSpPr/>
      </dsp:nvSpPr>
      <dsp:spPr>
        <a:xfrm>
          <a:off x="4461941" y="442629"/>
          <a:ext cx="1591716" cy="1443270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第一關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第二關副理</a:t>
          </a:r>
        </a:p>
      </dsp:txBody>
      <dsp:txXfrm>
        <a:off x="4504213" y="484901"/>
        <a:ext cx="1507172" cy="1358726"/>
      </dsp:txXfrm>
    </dsp:sp>
    <dsp:sp modelId="{37AFBA0F-E0C6-4DB6-9C81-AABB9BEAA047}">
      <dsp:nvSpPr>
        <dsp:cNvPr id="0" name=""/>
        <dsp:cNvSpPr/>
      </dsp:nvSpPr>
      <dsp:spPr>
        <a:xfrm>
          <a:off x="6212830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6212830" y="1045841"/>
        <a:ext cx="236210" cy="236847"/>
      </dsp:txXfrm>
    </dsp:sp>
    <dsp:sp modelId="{DCF364EB-7D0D-46AE-9416-24619D08FE4E}">
      <dsp:nvSpPr>
        <dsp:cNvPr id="0" name=""/>
        <dsp:cNvSpPr/>
      </dsp:nvSpPr>
      <dsp:spPr>
        <a:xfrm>
          <a:off x="6690345" y="442629"/>
          <a:ext cx="1591716" cy="1443270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偉哲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該組</a:t>
          </a: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SV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6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副理</a:t>
          </a:r>
          <a:endParaRPr lang="en-US" alt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調整班表</a:t>
          </a:r>
        </a:p>
      </dsp:txBody>
      <dsp:txXfrm>
        <a:off x="6732617" y="484901"/>
        <a:ext cx="1507172" cy="1358726"/>
      </dsp:txXfrm>
    </dsp:sp>
    <dsp:sp modelId="{3BE3AB00-3FD2-4AAE-8355-86E2F771F45D}">
      <dsp:nvSpPr>
        <dsp:cNvPr id="0" name=""/>
        <dsp:cNvSpPr/>
      </dsp:nvSpPr>
      <dsp:spPr>
        <a:xfrm>
          <a:off x="8441233" y="966892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8441233" y="1045841"/>
        <a:ext cx="236210" cy="236847"/>
      </dsp:txXfrm>
    </dsp:sp>
    <dsp:sp modelId="{D5FF6C34-B87A-41C6-816D-4FE3F9FEF9A4}">
      <dsp:nvSpPr>
        <dsp:cNvPr id="0" name=""/>
        <dsp:cNvSpPr/>
      </dsp:nvSpPr>
      <dsp:spPr>
        <a:xfrm>
          <a:off x="8918748" y="442629"/>
          <a:ext cx="1591716" cy="1443270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>
              <a:latin typeface="微軟正黑體" panose="020B0604030504040204" pitchFamily="34" charset="-120"/>
              <a:ea typeface="微軟正黑體" panose="020B0604030504040204" pitchFamily="34" charset="-120"/>
            </a:rPr>
            <a:t>人資出缺勤核對與薪資計算</a:t>
          </a:r>
          <a:endParaRPr lang="zh-TW" altLang="en-US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8961020" y="484901"/>
        <a:ext cx="1507172" cy="1358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Picture 2" descr="D:\顯榮國際IPCC\各類SOP\IPCC logo\LOGO 僅圖檔\Logo+2公司名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13" y="1202572"/>
            <a:ext cx="12362007" cy="15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47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2050" name="Picture 2" descr="D:\顯榮國際IPCC\各類SOP\IPCC logo\LOGO 僅圖檔\2公司名稱+Logo 0.100.100.18 (更新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642" y="0"/>
            <a:ext cx="1710359" cy="82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29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Picture 2" descr="D:\顯榮國際IPCC\各類SOP\IPCC logo\LOGO 僅圖檔\Logo+2公司名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956" y="980728"/>
            <a:ext cx="12362007" cy="15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62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0" name="Picture 2" descr="D:\顯榮國際IPCC\各類SOP\IPCC logo\LOGO 僅圖檔\2公司名稱+Logo 0.100.100.18 (更新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642" y="0"/>
            <a:ext cx="1710359" cy="82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04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1" name="Picture 2" descr="D:\顯榮國際IPCC\各類SOP\IPCC logo\LOGO 僅圖檔\2公司名稱+Logo 0.100.100.18 (更新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642" y="0"/>
            <a:ext cx="1710359" cy="82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691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Picture 2" descr="D:\顯榮國際IPCC\各類SOP\IPCC logo\LOGO 僅圖檔\2公司名稱+Logo 0.100.100.18 (更新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10359" cy="82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312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2" descr="D:\顯榮國際IPCC\各類SOP\IPCC logo\LOGO 僅圖檔\2公司名稱+Logo 0.100.100.18 (更新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3197" y="0"/>
            <a:ext cx="1710359" cy="82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84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72D1B8-A03B-41D8-B994-5BAF3B80E396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6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6C3FA64-C862-4E96-95EA-91788C6CA65D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18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98241F-6FB2-4E1F-B476-8DB775083A44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75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CBFD60-D07D-4FB2-B915-C8358333149F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093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0A6912-1318-470B-AE98-E38AED9AA032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815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F15704-AB2A-43EA-A999-F6BE11FAD7D9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183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2F45EA-6710-414C-8F9E-A893E370A85F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41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pic>
        <p:nvPicPr>
          <p:cNvPr id="1026" name="Picture 2" descr="D:\顯榮國際IPCC\各類SOP\IPCC logo\LOGO 僅圖檔\Logo+2公司名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060" y="1202572"/>
            <a:ext cx="12362007" cy="15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593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2" y="0"/>
            <a:ext cx="10378017" cy="583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D:\顯榮國際IPCC\各類SOP\IPCC logo\LOGO 僅圖檔\Logo+2公司名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9" b="11979"/>
          <a:stretch/>
        </p:blipFill>
        <p:spPr bwMode="auto">
          <a:xfrm>
            <a:off x="1" y="5710631"/>
            <a:ext cx="12362007" cy="116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2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2B62FE-30FE-4BAA-9385-8B85B8ECB58C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92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0A2F06-3CEB-49BB-B4C2-183F0913422A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548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8A0612-0012-4864-874F-1E20961642CD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1860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40AC0A-267B-43F5-B89A-012180A65FBE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4858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2" y="0"/>
            <a:ext cx="10378017" cy="583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:\顯榮國際IPCC\各類SOP\IPCC logo\LOGO 僅圖檔\Logo+2公司名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9" b="11979"/>
          <a:stretch/>
        </p:blipFill>
        <p:spPr bwMode="auto">
          <a:xfrm>
            <a:off x="1" y="5710631"/>
            <a:ext cx="12362007" cy="116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5634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pic>
        <p:nvPicPr>
          <p:cNvPr id="7" name="Picture 2" descr="D:\顯榮國際IPCC\各類SOP\IPCC logo\LOGO 僅圖檔\Logo+2公司名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13" y="1202572"/>
            <a:ext cx="12362007" cy="15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2497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2" y="0"/>
            <a:ext cx="10378017" cy="583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D:\顯榮國際IPCC\各類SOP\IPCC logo\LOGO 僅圖檔\Logo+2公司名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9" b="11979"/>
          <a:stretch/>
        </p:blipFill>
        <p:spPr bwMode="auto">
          <a:xfrm>
            <a:off x="1" y="5710631"/>
            <a:ext cx="12362007" cy="116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437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pic>
        <p:nvPicPr>
          <p:cNvPr id="5" name="Picture 2" descr="D:\顯榮國際IPCC\各類SOP\IPCC logo\LOGO 僅圖檔\Logo+2公司名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13" y="1202572"/>
            <a:ext cx="12362007" cy="15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39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4CF69-D10A-4823-B22C-25B689E175A1}" type="datetimeFigureOut">
              <a:rPr lang="zh-TW" altLang="en-US" smtClean="0"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E4989-7795-4415-A8C9-2800DF8F3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79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2D066689-BFCB-462F-9730-ACC9EC61A420}" type="datetime1">
              <a:rPr lang="zh-TW" altLang="en-US" smtClean="0"/>
              <a:pPr/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ADF87DBE-192C-4089-8BEC-6DFC0147750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94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0767F2-6325-4D03-B3A4-18F80B9BD6CA}" type="datetime1">
              <a:rPr lang="zh-TW" altLang="en-US" smtClean="0"/>
              <a:pPr>
                <a:defRPr/>
              </a:pPr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58810BB-13E1-4CEE-A836-AAA5862190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50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prstClr val="black">
                    <a:tint val="75000"/>
                  </a:prstClr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121BD682-87F4-4DF5-BDEC-AA7EB8D92DB0}" type="datetime1">
              <a:rPr lang="zh-TW" altLang="en-US" smtClean="0"/>
              <a:pPr>
                <a:defRPr/>
              </a:pPr>
              <a:t>2024/11/5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prstClr val="black">
                    <a:tint val="75000"/>
                  </a:prstClr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客服中心 </a:t>
            </a:r>
            <a:r>
              <a:rPr lang="en-US" altLang="zh-TW"/>
              <a:t>2016</a:t>
            </a:r>
            <a:r>
              <a:rPr lang="zh-TW" altLang="en-US"/>
              <a:t>上半</a:t>
            </a:r>
            <a:r>
              <a:rPr lang="en-US" altLang="zh-TW"/>
              <a:t>2</a:t>
            </a:r>
            <a:r>
              <a:rPr lang="zh-TW" altLang="en-US"/>
              <a:t>年</a:t>
            </a:r>
            <a:r>
              <a:rPr lang="en-US" altLang="zh-TW"/>
              <a:t>Reviiew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prstClr val="black">
                    <a:tint val="75000"/>
                  </a:prstClr>
                </a:solidFill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C8F657CA-5490-466C-98C0-EA27BEBB757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58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660FD3-E859-40A7-90A0-1955BFC4A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93987"/>
            <a:ext cx="10363200" cy="1470025"/>
          </a:xfrm>
        </p:spPr>
        <p:txBody>
          <a:bodyPr>
            <a:normAutofit/>
          </a:bodyPr>
          <a:lstStyle/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直效部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請假調班 系統注意事項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5A0E4E6-9D49-4032-B563-9EE0230A6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4372" y="4502889"/>
            <a:ext cx="8534400" cy="1752600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0341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BC03B6-FC6C-409B-9C7D-6BDB7C3E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344" y="248168"/>
            <a:ext cx="10515600" cy="602438"/>
          </a:xfrm>
        </p:spPr>
        <p:txBody>
          <a:bodyPr>
            <a:norm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調班或調休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mail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發佈格式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BD398EB-F386-4889-AB93-8ACA0A09A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149057"/>
              </p:ext>
            </p:extLst>
          </p:nvPr>
        </p:nvGraphicFramePr>
        <p:xfrm>
          <a:off x="967294" y="4382274"/>
          <a:ext cx="5788807" cy="1266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949418">
                  <a:extLst>
                    <a:ext uri="{9D8B030D-6E8A-4147-A177-3AD203B41FA5}">
                      <a16:colId xmlns:a16="http://schemas.microsoft.com/office/drawing/2014/main" val="2486107706"/>
                    </a:ext>
                  </a:extLst>
                </a:gridCol>
                <a:gridCol w="949418">
                  <a:extLst>
                    <a:ext uri="{9D8B030D-6E8A-4147-A177-3AD203B41FA5}">
                      <a16:colId xmlns:a16="http://schemas.microsoft.com/office/drawing/2014/main" val="916927111"/>
                    </a:ext>
                  </a:extLst>
                </a:gridCol>
                <a:gridCol w="1252704">
                  <a:extLst>
                    <a:ext uri="{9D8B030D-6E8A-4147-A177-3AD203B41FA5}">
                      <a16:colId xmlns:a16="http://schemas.microsoft.com/office/drawing/2014/main" val="224017494"/>
                    </a:ext>
                  </a:extLst>
                </a:gridCol>
                <a:gridCol w="1292261">
                  <a:extLst>
                    <a:ext uri="{9D8B030D-6E8A-4147-A177-3AD203B41FA5}">
                      <a16:colId xmlns:a16="http://schemas.microsoft.com/office/drawing/2014/main" val="3187866629"/>
                    </a:ext>
                  </a:extLst>
                </a:gridCol>
                <a:gridCol w="1345006">
                  <a:extLst>
                    <a:ext uri="{9D8B030D-6E8A-4147-A177-3AD203B41FA5}">
                      <a16:colId xmlns:a16="http://schemas.microsoft.com/office/drawing/2014/main" val="320793623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AG</a:t>
                      </a:r>
                      <a:r>
                        <a:rPr lang="zh-TW" altLang="en-US" sz="1600" u="none" strike="noStrike">
                          <a:effectLst/>
                        </a:rPr>
                        <a:t>姓名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休假日調換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代理</a:t>
                      </a:r>
                      <a:r>
                        <a:rPr lang="en-US" sz="1600" u="none" strike="noStrike">
                          <a:effectLst/>
                        </a:rPr>
                        <a:t>AG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84057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原休假日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調假後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01633"/>
                  </a:ext>
                </a:extLst>
              </a:tr>
              <a:tr h="2095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舉例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AAA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2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BBB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6376767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BBB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2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AAA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87751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11422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99332DA-D02F-4843-BB3D-A717B649D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77460"/>
              </p:ext>
            </p:extLst>
          </p:nvPr>
        </p:nvGraphicFramePr>
        <p:xfrm>
          <a:off x="1001270" y="2190306"/>
          <a:ext cx="8426076" cy="126682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949418">
                  <a:extLst>
                    <a:ext uri="{9D8B030D-6E8A-4147-A177-3AD203B41FA5}">
                      <a16:colId xmlns:a16="http://schemas.microsoft.com/office/drawing/2014/main" val="261584966"/>
                    </a:ext>
                  </a:extLst>
                </a:gridCol>
                <a:gridCol w="949418">
                  <a:extLst>
                    <a:ext uri="{9D8B030D-6E8A-4147-A177-3AD203B41FA5}">
                      <a16:colId xmlns:a16="http://schemas.microsoft.com/office/drawing/2014/main" val="888718226"/>
                    </a:ext>
                  </a:extLst>
                </a:gridCol>
                <a:gridCol w="1252704">
                  <a:extLst>
                    <a:ext uri="{9D8B030D-6E8A-4147-A177-3AD203B41FA5}">
                      <a16:colId xmlns:a16="http://schemas.microsoft.com/office/drawing/2014/main" val="3715494822"/>
                    </a:ext>
                  </a:extLst>
                </a:gridCol>
                <a:gridCol w="1292261">
                  <a:extLst>
                    <a:ext uri="{9D8B030D-6E8A-4147-A177-3AD203B41FA5}">
                      <a16:colId xmlns:a16="http://schemas.microsoft.com/office/drawing/2014/main" val="2735300638"/>
                    </a:ext>
                  </a:extLst>
                </a:gridCol>
                <a:gridCol w="1345006">
                  <a:extLst>
                    <a:ext uri="{9D8B030D-6E8A-4147-A177-3AD203B41FA5}">
                      <a16:colId xmlns:a16="http://schemas.microsoft.com/office/drawing/2014/main" val="2808867985"/>
                    </a:ext>
                  </a:extLst>
                </a:gridCol>
                <a:gridCol w="1279075">
                  <a:extLst>
                    <a:ext uri="{9D8B030D-6E8A-4147-A177-3AD203B41FA5}">
                      <a16:colId xmlns:a16="http://schemas.microsoft.com/office/drawing/2014/main" val="1192497068"/>
                    </a:ext>
                  </a:extLst>
                </a:gridCol>
                <a:gridCol w="1358194">
                  <a:extLst>
                    <a:ext uri="{9D8B030D-6E8A-4147-A177-3AD203B41FA5}">
                      <a16:colId xmlns:a16="http://schemas.microsoft.com/office/drawing/2014/main" val="31539535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AG</a:t>
                      </a:r>
                      <a:r>
                        <a:rPr lang="zh-TW" altLang="en-US" sz="1600" u="none" strike="noStrike" dirty="0">
                          <a:effectLst/>
                        </a:rPr>
                        <a:t>姓名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 dirty="0">
                          <a:effectLst/>
                        </a:rPr>
                        <a:t>調班前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 dirty="0">
                          <a:effectLst/>
                        </a:rPr>
                        <a:t>調班後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 dirty="0">
                          <a:effectLst/>
                        </a:rPr>
                        <a:t>代理</a:t>
                      </a:r>
                      <a:r>
                        <a:rPr lang="en-US" sz="1600" u="none" strike="noStrike" dirty="0">
                          <a:effectLst/>
                        </a:rPr>
                        <a:t>AG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84156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日期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 dirty="0">
                          <a:effectLst/>
                        </a:rPr>
                        <a:t>上班時段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日期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 dirty="0">
                          <a:effectLst/>
                        </a:rPr>
                        <a:t>上班時段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344251"/>
                  </a:ext>
                </a:extLst>
              </a:tr>
              <a:tr h="2095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>
                          <a:effectLst/>
                        </a:rPr>
                        <a:t>舉例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AAA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 dirty="0">
                          <a:effectLst/>
                        </a:rPr>
                        <a:t>09:00-18:00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10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09:00-18:00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BBB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5204711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BBB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10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09:00-18:00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5</a:t>
                      </a:r>
                      <a:r>
                        <a:rPr lang="zh-TW" altLang="en-US" sz="1600" u="none" strike="noStrike">
                          <a:effectLst/>
                        </a:rPr>
                        <a:t>月</a:t>
                      </a:r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r>
                        <a:rPr lang="zh-TW" altLang="en-US" sz="1600" u="none" strike="noStrike">
                          <a:effectLst/>
                        </a:rPr>
                        <a:t>日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u="none" strike="noStrike">
                          <a:effectLst/>
                        </a:rPr>
                        <a:t>09:00-18:00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AAA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53939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7425912"/>
                  </a:ext>
                </a:extLst>
              </a:tr>
            </a:tbl>
          </a:graphicData>
        </a:graphic>
      </p:graphicFrame>
      <p:sp>
        <p:nvSpPr>
          <p:cNvPr id="7" name="橢圓 6">
            <a:extLst>
              <a:ext uri="{FF2B5EF4-FFF2-40B4-BE49-F238E27FC236}">
                <a16:creationId xmlns:a16="http://schemas.microsoft.com/office/drawing/2014/main" id="{8418A2C9-119C-4A12-8E16-5CB5F9EB7A62}"/>
              </a:ext>
            </a:extLst>
          </p:cNvPr>
          <p:cNvSpPr/>
          <p:nvPr/>
        </p:nvSpPr>
        <p:spPr>
          <a:xfrm>
            <a:off x="531627" y="1360966"/>
            <a:ext cx="1190847" cy="82934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調班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46642A4-04A6-493E-91FF-338E3D8746F5}"/>
              </a:ext>
            </a:extLst>
          </p:cNvPr>
          <p:cNvSpPr/>
          <p:nvPr/>
        </p:nvSpPr>
        <p:spPr>
          <a:xfrm>
            <a:off x="501539" y="3530006"/>
            <a:ext cx="1190847" cy="8293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調休</a:t>
            </a:r>
          </a:p>
        </p:txBody>
      </p:sp>
    </p:spTree>
    <p:extLst>
      <p:ext uri="{BB962C8B-B14F-4D97-AF65-F5344CB8AC3E}">
        <p14:creationId xmlns:p14="http://schemas.microsoft.com/office/powerpoint/2010/main" val="359816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5A7AC7-D717-4AD5-9459-7C56C906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b="1" dirty="0"/>
              <a:t>請假流程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13CDB7A-C76A-A4EA-F294-3C93BB655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019602"/>
              </p:ext>
            </p:extLst>
          </p:nvPr>
        </p:nvGraphicFramePr>
        <p:xfrm>
          <a:off x="746052" y="1190848"/>
          <a:ext cx="10515600" cy="2328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1F2F21B-58C0-1EB1-CFBF-46D6C4ADB73D}"/>
              </a:ext>
            </a:extLst>
          </p:cNvPr>
          <p:cNvCxnSpPr>
            <a:cxnSpLocks/>
          </p:cNvCxnSpPr>
          <p:nvPr/>
        </p:nvCxnSpPr>
        <p:spPr>
          <a:xfrm>
            <a:off x="3562709" y="3001992"/>
            <a:ext cx="0" cy="5865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76A2F5-21AC-909A-03B1-789CBDBC3107}"/>
              </a:ext>
            </a:extLst>
          </p:cNvPr>
          <p:cNvSpPr txBox="1"/>
          <p:nvPr/>
        </p:nvSpPr>
        <p:spPr>
          <a:xfrm>
            <a:off x="1229130" y="3736576"/>
            <a:ext cx="9907571" cy="416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相關證明：請於當天請假時提供證明並上傳，如果不清楚駁回重傳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555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A938B-FBD4-4C36-762B-CEDB17C6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b="1" dirty="0"/>
              <a:t>特休流程</a:t>
            </a:r>
            <a:endParaRPr lang="zh-TW" altLang="en-US" sz="3200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436E49D8-B1F3-0E01-E8F7-380D4529FE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891999"/>
              </p:ext>
            </p:extLst>
          </p:nvPr>
        </p:nvGraphicFramePr>
        <p:xfrm>
          <a:off x="677041" y="1417638"/>
          <a:ext cx="10515600" cy="2328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09BB0C73-F435-26DA-EC2C-860917B482CD}"/>
              </a:ext>
            </a:extLst>
          </p:cNvPr>
          <p:cNvSpPr txBox="1"/>
          <p:nvPr/>
        </p:nvSpPr>
        <p:spPr>
          <a:xfrm rot="21284130">
            <a:off x="506083" y="1087331"/>
            <a:ext cx="2372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i="0" dirty="0">
                <a:solidFill>
                  <a:srgbClr val="FF0000"/>
                </a:solidFill>
                <a:effectLst/>
                <a:ea typeface="標楷體" panose="03000509000000000000" pitchFamily="65" charset="-120"/>
              </a:rPr>
              <a:t>提前登記</a:t>
            </a:r>
            <a:r>
              <a:rPr lang="zh-TW" altLang="en-US" sz="2400" b="1" i="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 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68577B-A4EF-77B3-9EFC-A80639D29AB3}"/>
              </a:ext>
            </a:extLst>
          </p:cNvPr>
          <p:cNvSpPr txBox="1"/>
          <p:nvPr/>
        </p:nvSpPr>
        <p:spPr>
          <a:xfrm>
            <a:off x="1207698" y="3586530"/>
            <a:ext cx="10052384" cy="1290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如有超過三日休假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含指休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，須</a:t>
            </a:r>
            <a:r>
              <a:rPr lang="zh-TW" altLang="en-US" sz="1800" b="1" i="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提前</a:t>
            </a:r>
            <a:r>
              <a:rPr lang="en-US" altLang="zh-TW" sz="1800" b="1" i="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1800" b="1" i="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個月告知提前登記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如五月長假最晚須於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3/5</a:t>
            </a:r>
            <a:r>
              <a:rPr lang="zh-TW" altLang="en-US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時告知並登記</a:t>
            </a:r>
            <a:r>
              <a:rPr lang="en-US" altLang="zh-TW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 </a:t>
            </a:r>
          </a:p>
          <a:p>
            <a:pPr algn="l" rtl="0" fontAlgn="base">
              <a:lnSpc>
                <a:spcPct val="150000"/>
              </a:lnSpc>
            </a:pPr>
            <a:r>
              <a:rPr lang="en-US" altLang="zh-TW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2. </a:t>
            </a:r>
            <a:r>
              <a:rPr lang="zh-TW" altLang="en-US" sz="1800" b="0" i="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如欲提前登記特休日已額滿，依特休放行順序規則辦理。</a:t>
            </a:r>
          </a:p>
        </p:txBody>
      </p:sp>
    </p:spTree>
    <p:extLst>
      <p:ext uri="{BB962C8B-B14F-4D97-AF65-F5344CB8AC3E}">
        <p14:creationId xmlns:p14="http://schemas.microsoft.com/office/powerpoint/2010/main" val="396030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E25220-D5EC-4805-8CC8-3A42BC27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722"/>
          </a:xfrm>
        </p:spPr>
        <p:txBody>
          <a:bodyPr>
            <a:norm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調班與班務表連動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尚未啟用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BB7F8B7-0935-4CF4-A55A-39922DDCCC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945606"/>
              </p:ext>
            </p:extLst>
          </p:nvPr>
        </p:nvGraphicFramePr>
        <p:xfrm>
          <a:off x="746052" y="1190848"/>
          <a:ext cx="10515600" cy="2328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B89572F-6C6E-47AA-8FEC-A9DB93E0F1A0}"/>
              </a:ext>
            </a:extLst>
          </p:cNvPr>
          <p:cNvCxnSpPr/>
          <p:nvPr/>
        </p:nvCxnSpPr>
        <p:spPr>
          <a:xfrm>
            <a:off x="1392865" y="3104707"/>
            <a:ext cx="0" cy="6166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4CB34C6A-7AA8-40AB-B55C-2B335A9EA470}"/>
              </a:ext>
            </a:extLst>
          </p:cNvPr>
          <p:cNvSpPr txBox="1"/>
          <p:nvPr/>
        </p:nvSpPr>
        <p:spPr>
          <a:xfrm>
            <a:off x="288851" y="3952236"/>
            <a:ext cx="9907571" cy="416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互相調班的人員，需各自填調班單，代理人即為與你調班的人員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DC4FE99-CFDE-4B95-890B-2EEF64E64EE4}"/>
              </a:ext>
            </a:extLst>
          </p:cNvPr>
          <p:cNvCxnSpPr>
            <a:cxnSpLocks/>
          </p:cNvCxnSpPr>
          <p:nvPr/>
        </p:nvCxnSpPr>
        <p:spPr>
          <a:xfrm flipH="1">
            <a:off x="2963496" y="3048471"/>
            <a:ext cx="158604" cy="7017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813920"/>
      </p:ext>
    </p:extLst>
  </p:cSld>
  <p:clrMapOvr>
    <a:masterClrMapping/>
  </p:clrMapOvr>
</p:sld>
</file>

<file path=ppt/theme/theme1.xml><?xml version="1.0" encoding="utf-8"?>
<a:theme xmlns:a="http://schemas.openxmlformats.org/drawingml/2006/main" name="英文簡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040202-ipcc設備與假日機制準備會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新版 公司PPT板式</Template>
  <TotalTime>93</TotalTime>
  <Words>327</Words>
  <Application>Microsoft Office PowerPoint</Application>
  <PresentationFormat>寬螢幕</PresentationFormat>
  <Paragraphs>70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5</vt:i4>
      </vt:variant>
    </vt:vector>
  </HeadingPairs>
  <TitlesOfParts>
    <vt:vector size="15" baseType="lpstr">
      <vt:lpstr>微軟正黑體</vt:lpstr>
      <vt:lpstr>標楷體</vt:lpstr>
      <vt:lpstr>Arial</vt:lpstr>
      <vt:lpstr>Calibri</vt:lpstr>
      <vt:lpstr>Tahoma</vt:lpstr>
      <vt:lpstr>Times New Roman</vt:lpstr>
      <vt:lpstr>英文簡介</vt:lpstr>
      <vt:lpstr>1040202-ipcc設備與假日機制準備會議</vt:lpstr>
      <vt:lpstr>1_Office 佈景主題</vt:lpstr>
      <vt:lpstr>2_Office 佈景主題</vt:lpstr>
      <vt:lpstr>直效部-請假調班 系統注意事項</vt:lpstr>
      <vt:lpstr>調班或調休mail發佈格式</vt:lpstr>
      <vt:lpstr>請假流程</vt:lpstr>
      <vt:lpstr>特休流程</vt:lpstr>
      <vt:lpstr>調班與班務表連動(尚未啟用)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Joan - 顯榮國際股份有限公司</dc:creator>
  <cp:lastModifiedBy>Joan - 顯榮國際股份有限公司</cp:lastModifiedBy>
  <cp:revision>16</cp:revision>
  <cp:lastPrinted>2022-04-29T10:34:01Z</cp:lastPrinted>
  <dcterms:created xsi:type="dcterms:W3CDTF">2022-04-29T09:14:08Z</dcterms:created>
  <dcterms:modified xsi:type="dcterms:W3CDTF">2024-11-05T03:51:00Z</dcterms:modified>
</cp:coreProperties>
</file>